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7B455-DAA7-4393-B9A4-6EBF7F922512}" v="24" dt="2026-02-20T05:02:27.363"/>
    <p1510:client id="{D2BD942C-7C01-D235-3B82-3A247414DFDD}" v="4" dt="2026-02-20T05:12:48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neet kumar" userId="532d13e89ff278e6" providerId="Windows Live" clId="Web-{97EEEE49-34F9-40BC-A243-779C4EB5CC57}"/>
    <pc:docChg chg="mod modSld addMainMaster delMainMaster">
      <pc:chgData name="Navneet kumar" userId="532d13e89ff278e6" providerId="Windows Live" clId="Web-{97EEEE49-34F9-40BC-A243-779C4EB5CC57}" dt="2026-02-12T06:49:12.951" v="160" actId="20577"/>
      <pc:docMkLst>
        <pc:docMk/>
      </pc:docMkLst>
      <pc:sldChg chg="delSp modSp mod delDesignElem chgLayout">
        <pc:chgData name="Navneet kumar" userId="532d13e89ff278e6" providerId="Windows Live" clId="Web-{97EEEE49-34F9-40BC-A243-779C4EB5CC57}" dt="2026-02-12T06:49:12.951" v="160" actId="20577"/>
        <pc:sldMkLst>
          <pc:docMk/>
          <pc:sldMk cId="109857222" sldId="256"/>
        </pc:sldMkLst>
        <pc:spChg chg="mod ord">
          <ac:chgData name="Navneet kumar" userId="532d13e89ff278e6" providerId="Windows Live" clId="Web-{97EEEE49-34F9-40BC-A243-779C4EB5CC57}" dt="2026-02-12T06:48:44.435" v="15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Navneet kumar" userId="532d13e89ff278e6" providerId="Windows Live" clId="Web-{97EEEE49-34F9-40BC-A243-779C4EB5CC57}" dt="2026-02-12T06:49:12.951" v="16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setBg delDesignElem chgLayout">
        <pc:chgData name="Navneet kumar" userId="532d13e89ff278e6" providerId="Windows Live" clId="Web-{97EEEE49-34F9-40BC-A243-779C4EB5CC57}" dt="2026-02-12T06:36:56.403" v="133" actId="20577"/>
        <pc:sldMkLst>
          <pc:docMk/>
          <pc:sldMk cId="2134799948" sldId="257"/>
        </pc:sldMkLst>
        <pc:spChg chg="mod ord">
          <ac:chgData name="Navneet kumar" userId="532d13e89ff278e6" providerId="Windows Live" clId="Web-{97EEEE49-34F9-40BC-A243-779C4EB5CC57}" dt="2026-02-12T06:36:56.403" v="133" actId="20577"/>
          <ac:spMkLst>
            <pc:docMk/>
            <pc:sldMk cId="2134799948" sldId="257"/>
            <ac:spMk id="2" creationId="{DD9C384A-9DF7-2CB2-5A30-0D6645ECC7E3}"/>
          </ac:spMkLst>
        </pc:spChg>
        <pc:spChg chg="mod ord">
          <ac:chgData name="Navneet kumar" userId="532d13e89ff278e6" providerId="Windows Live" clId="Web-{97EEEE49-34F9-40BC-A243-779C4EB5CC57}" dt="2026-02-12T06:34:40.334" v="132" actId="20577"/>
          <ac:spMkLst>
            <pc:docMk/>
            <pc:sldMk cId="2134799948" sldId="257"/>
            <ac:spMk id="3" creationId="{409168EB-25B0-7F3B-EB3F-D8ED08FCF8EF}"/>
          </ac:spMkLst>
        </pc:spChg>
        <pc:spChg chg="add">
          <ac:chgData name="Navneet kumar" userId="532d13e89ff278e6" providerId="Windows Live" clId="Web-{97EEEE49-34F9-40BC-A243-779C4EB5CC57}" dt="2026-02-12T06:21:32.701" v="93"/>
          <ac:spMkLst>
            <pc:docMk/>
            <pc:sldMk cId="2134799948" sldId="257"/>
            <ac:spMk id="5" creationId="{8E7CFAA6-1DBB-43B0-BD82-2FB83CF4E4A4}"/>
          </ac:spMkLst>
        </pc:spChg>
        <pc:cxnChg chg="add">
          <ac:chgData name="Navneet kumar" userId="532d13e89ff278e6" providerId="Windows Live" clId="Web-{97EEEE49-34F9-40BC-A243-779C4EB5CC57}" dt="2026-02-12T06:21:32.701" v="93"/>
          <ac:cxnSpMkLst>
            <pc:docMk/>
            <pc:sldMk cId="2134799948" sldId="257"/>
            <ac:cxnSpMk id="6" creationId="{9E13708B-D2E3-41E3-BD49-F910056473ED}"/>
          </ac:cxnSpMkLst>
        </pc:cxnChg>
      </pc:sldChg>
      <pc:sldChg chg="addSp delSp modSp mod setBg modClrScheme delDesignElem chgLayout">
        <pc:chgData name="Navneet kumar" userId="532d13e89ff278e6" providerId="Windows Live" clId="Web-{97EEEE49-34F9-40BC-A243-779C4EB5CC57}" dt="2026-02-12T06:41:22.040" v="139" actId="1076"/>
        <pc:sldMkLst>
          <pc:docMk/>
          <pc:sldMk cId="3838503671" sldId="258"/>
        </pc:sldMkLst>
        <pc:spChg chg="mod ord">
          <ac:chgData name="Navneet kumar" userId="532d13e89ff278e6" providerId="Windows Live" clId="Web-{97EEEE49-34F9-40BC-A243-779C4EB5CC57}" dt="2026-02-12T06:19:43.232" v="91"/>
          <ac:spMkLst>
            <pc:docMk/>
            <pc:sldMk cId="3838503671" sldId="258"/>
            <ac:spMk id="2" creationId="{57F26F30-6891-56A4-31B2-AEAC4C177E62}"/>
          </ac:spMkLst>
        </pc:spChg>
        <pc:spChg chg="add">
          <ac:chgData name="Navneet kumar" userId="532d13e89ff278e6" providerId="Windows Live" clId="Web-{97EEEE49-34F9-40BC-A243-779C4EB5CC57}" dt="2026-02-12T06:22:08.717" v="94"/>
          <ac:spMkLst>
            <pc:docMk/>
            <pc:sldMk cId="3838503671" sldId="258"/>
            <ac:spMk id="10" creationId="{8E7CFAA6-1DBB-43B0-BD82-2FB83CF4E4A4}"/>
          </ac:spMkLst>
        </pc:spChg>
        <pc:graphicFrameChg chg="add del mod ord modGraphic">
          <ac:chgData name="Navneet kumar" userId="532d13e89ff278e6" providerId="Windows Live" clId="Web-{97EEEE49-34F9-40BC-A243-779C4EB5CC57}" dt="2026-02-12T06:41:22.040" v="139" actId="1076"/>
          <ac:graphicFrameMkLst>
            <pc:docMk/>
            <pc:sldMk cId="3838503671" sldId="258"/>
            <ac:graphicFrameMk id="5" creationId="{089F03D5-22E6-45E1-7066-870B9D35ECF5}"/>
          </ac:graphicFrameMkLst>
        </pc:graphicFrameChg>
      </pc:sldChg>
      <pc:sldChg chg="addSp delSp modSp mod setBg modClrScheme setClrOvrMap delDesignElem chgLayout">
        <pc:chgData name="Navneet kumar" userId="532d13e89ff278e6" providerId="Windows Live" clId="Web-{97EEEE49-34F9-40BC-A243-779C4EB5CC57}" dt="2026-02-12T06:43:07.512" v="150" actId="20577"/>
        <pc:sldMkLst>
          <pc:docMk/>
          <pc:sldMk cId="1554004755" sldId="259"/>
        </pc:sldMkLst>
        <pc:spChg chg="mod ord">
          <ac:chgData name="Navneet kumar" userId="532d13e89ff278e6" providerId="Windows Live" clId="Web-{97EEEE49-34F9-40BC-A243-779C4EB5CC57}" dt="2026-02-12T06:19:53.716" v="92"/>
          <ac:spMkLst>
            <pc:docMk/>
            <pc:sldMk cId="1554004755" sldId="259"/>
            <ac:spMk id="2" creationId="{4D276EBF-DB20-1C7D-1FF1-C2A6973786D4}"/>
          </ac:spMkLst>
        </pc:spChg>
        <pc:graphicFrameChg chg="add del mod modGraphic">
          <ac:chgData name="Navneet kumar" userId="532d13e89ff278e6" providerId="Windows Live" clId="Web-{97EEEE49-34F9-40BC-A243-779C4EB5CC57}" dt="2026-02-12T06:43:07.512" v="150" actId="20577"/>
          <ac:graphicFrameMkLst>
            <pc:docMk/>
            <pc:sldMk cId="1554004755" sldId="259"/>
            <ac:graphicFrameMk id="7" creationId="{BA36CF53-AA46-FCD8-4788-196CF14E3EC2}"/>
          </ac:graphicFrameMkLst>
        </pc:graphicFrameChg>
      </pc:sldChg>
      <pc:sldChg chg="addSp delSp modSp mod setBg modClrScheme setClrOvrMap delDesignElem chgLayout">
        <pc:chgData name="Navneet kumar" userId="532d13e89ff278e6" providerId="Windows Live" clId="Web-{97EEEE49-34F9-40BC-A243-779C4EB5CC57}" dt="2026-02-12T06:46:20.400" v="157" actId="20577"/>
        <pc:sldMkLst>
          <pc:docMk/>
          <pc:sldMk cId="534164541" sldId="260"/>
        </pc:sldMkLst>
        <pc:spChg chg="mod ord">
          <ac:chgData name="Navneet kumar" userId="532d13e89ff278e6" providerId="Windows Live" clId="Web-{97EEEE49-34F9-40BC-A243-779C4EB5CC57}" dt="2026-02-12T06:44:53.707" v="153" actId="20577"/>
          <ac:spMkLst>
            <pc:docMk/>
            <pc:sldMk cId="534164541" sldId="260"/>
            <ac:spMk id="2" creationId="{BD8C8BAB-52E1-DF11-3187-B41CB507C16E}"/>
          </ac:spMkLst>
        </pc:spChg>
        <pc:spChg chg="mod ord">
          <ac:chgData name="Navneet kumar" userId="532d13e89ff278e6" providerId="Windows Live" clId="Web-{97EEEE49-34F9-40BC-A243-779C4EB5CC57}" dt="2026-02-12T06:46:20.400" v="157" actId="20577"/>
          <ac:spMkLst>
            <pc:docMk/>
            <pc:sldMk cId="534164541" sldId="260"/>
            <ac:spMk id="3" creationId="{7427EA40-7D6D-D4DA-C494-17942FA9B526}"/>
          </ac:spMkLst>
        </pc:spChg>
        <pc:spChg chg="add mod">
          <ac:chgData name="Navneet kumar" userId="532d13e89ff278e6" providerId="Windows Live" clId="Web-{97EEEE49-34F9-40BC-A243-779C4EB5CC57}" dt="2026-02-12T06:31:00.997" v="116" actId="20577"/>
          <ac:spMkLst>
            <pc:docMk/>
            <pc:sldMk cId="534164541" sldId="260"/>
            <ac:spMk id="7" creationId="{D6EA1A26-163F-4F15-91F4-F2C51AC9C106}"/>
          </ac:spMkLst>
        </pc:spChg>
        <pc:picChg chg="mod ord">
          <ac:chgData name="Navneet kumar" userId="532d13e89ff278e6" providerId="Windows Live" clId="Web-{97EEEE49-34F9-40BC-A243-779C4EB5CC57}" dt="2026-02-12T06:23:36.690" v="96"/>
          <ac:picMkLst>
            <pc:docMk/>
            <pc:sldMk cId="534164541" sldId="260"/>
            <ac:picMk id="4" creationId="{12626084-BAE1-A329-D4E4-9F017A96EBC7}"/>
          </ac:picMkLst>
        </pc:picChg>
      </pc:sldChg>
      <pc:sldChg chg="addSp delSp modSp mod setBg modClrScheme setClrOvrMap delDesignElem chgLayout">
        <pc:chgData name="Navneet kumar" userId="532d13e89ff278e6" providerId="Windows Live" clId="Web-{97EEEE49-34F9-40BC-A243-779C4EB5CC57}" dt="2026-02-12T06:28:23.917" v="104"/>
        <pc:sldMkLst>
          <pc:docMk/>
          <pc:sldMk cId="3825297087" sldId="261"/>
        </pc:sldMkLst>
        <pc:spChg chg="mod ord">
          <ac:chgData name="Navneet kumar" userId="532d13e89ff278e6" providerId="Windows Live" clId="Web-{97EEEE49-34F9-40BC-A243-779C4EB5CC57}" dt="2026-02-12T06:28:23.917" v="104"/>
          <ac:spMkLst>
            <pc:docMk/>
            <pc:sldMk cId="3825297087" sldId="261"/>
            <ac:spMk id="2" creationId="{5EBE3413-B364-22CB-0D95-B5FAEC01A84E}"/>
          </ac:spMkLst>
        </pc:spChg>
        <pc:graphicFrameChg chg="mod ord modGraphic">
          <ac:chgData name="Navneet kumar" userId="532d13e89ff278e6" providerId="Windows Live" clId="Web-{97EEEE49-34F9-40BC-A243-779C4EB5CC57}" dt="2026-02-12T06:28:23.917" v="104"/>
          <ac:graphicFrameMkLst>
            <pc:docMk/>
            <pc:sldMk cId="3825297087" sldId="261"/>
            <ac:graphicFrameMk id="5" creationId="{F0502D00-2EC0-3FD0-3F22-457AADEC4FF6}"/>
          </ac:graphicFrameMkLst>
        </pc:graphicFrameChg>
      </pc:sldChg>
      <pc:sldChg chg="addSp delSp modSp mod setBg modClrScheme setClrOvrMap delDesignElem chgLayout">
        <pc:chgData name="Navneet kumar" userId="532d13e89ff278e6" providerId="Windows Live" clId="Web-{97EEEE49-34F9-40BC-A243-779C4EB5CC57}" dt="2026-02-12T06:30:14.481" v="114" actId="20577"/>
        <pc:sldMkLst>
          <pc:docMk/>
          <pc:sldMk cId="2360042773" sldId="262"/>
        </pc:sldMkLst>
        <pc:spChg chg="mod ord">
          <ac:chgData name="Navneet kumar" userId="532d13e89ff278e6" providerId="Windows Live" clId="Web-{97EEEE49-34F9-40BC-A243-779C4EB5CC57}" dt="2026-02-12T06:25:32.629" v="101"/>
          <ac:spMkLst>
            <pc:docMk/>
            <pc:sldMk cId="2360042773" sldId="262"/>
            <ac:spMk id="2" creationId="{01412811-A12B-6C31-7221-12B4D46F9AB6}"/>
          </ac:spMkLst>
        </pc:spChg>
        <pc:spChg chg="add">
          <ac:chgData name="Navneet kumar" userId="532d13e89ff278e6" providerId="Windows Live" clId="Web-{97EEEE49-34F9-40BC-A243-779C4EB5CC57}" dt="2026-02-12T06:25:32.629" v="101"/>
          <ac:spMkLst>
            <pc:docMk/>
            <pc:sldMk cId="2360042773" sldId="262"/>
            <ac:spMk id="7" creationId="{8E7CFAA6-1DBB-43B0-BD82-2FB83CF4E4A4}"/>
          </ac:spMkLst>
        </pc:spChg>
        <pc:graphicFrameChg chg="mod ord modGraphic">
          <ac:chgData name="Navneet kumar" userId="532d13e89ff278e6" providerId="Windows Live" clId="Web-{97EEEE49-34F9-40BC-A243-779C4EB5CC57}" dt="2026-02-12T06:30:14.481" v="114" actId="20577"/>
          <ac:graphicFrameMkLst>
            <pc:docMk/>
            <pc:sldMk cId="2360042773" sldId="262"/>
            <ac:graphicFrameMk id="5" creationId="{5F8DA74E-BC04-D108-8A50-BD6A0FB01BD0}"/>
          </ac:graphicFrameMkLst>
        </pc:graphicFrameChg>
      </pc:sldChg>
      <pc:sldChg chg="mod modClrScheme chgLayout">
        <pc:chgData name="Navneet kumar" userId="532d13e89ff278e6" providerId="Windows Live" clId="Web-{97EEEE49-34F9-40BC-A243-779C4EB5CC57}" dt="2026-02-12T06:19:43.232" v="91"/>
        <pc:sldMkLst>
          <pc:docMk/>
          <pc:sldMk cId="1916455765" sldId="263"/>
        </pc:sldMkLst>
      </pc:sldChg>
      <pc:sldMasterChg chg="add addSldLayout modSldLayout">
        <pc:chgData name="Navneet kumar" userId="532d13e89ff278e6" providerId="Windows Live" clId="Web-{97EEEE49-34F9-40BC-A243-779C4EB5CC57}" dt="2026-02-12T06:19:43.232" v="91"/>
        <pc:sldMasterMkLst>
          <pc:docMk/>
          <pc:sldMasterMk cId="664406372" sldId="2147483949"/>
        </pc:sldMasterMkLst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1774664956" sldId="2147483950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2898927979" sldId="2147483951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1133273200" sldId="2147483952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3224079622" sldId="2147483953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204906939" sldId="2147483954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3538434176" sldId="2147483955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4251624600" sldId="2147483956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3874888467" sldId="2147483957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116232819" sldId="2147483958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2290398050" sldId="2147483959"/>
          </pc:sldLayoutMkLst>
        </pc:sldLayoutChg>
        <pc:sldLayoutChg chg="add mod replId">
          <pc:chgData name="Navneet kumar" userId="532d13e89ff278e6" providerId="Windows Live" clId="Web-{97EEEE49-34F9-40BC-A243-779C4EB5CC57}" dt="2026-02-12T06:19:43.232" v="91"/>
          <pc:sldLayoutMkLst>
            <pc:docMk/>
            <pc:sldMasterMk cId="664406372" sldId="2147483949"/>
            <pc:sldLayoutMk cId="3416282637" sldId="2147483960"/>
          </pc:sldLayoutMkLst>
        </pc:sldLayoutChg>
      </pc:sldMasterChg>
    </pc:docChg>
  </pc:docChgLst>
  <pc:docChgLst>
    <pc:chgData name="Navneet kumar" userId="532d13e89ff278e6" providerId="Windows Live" clId="Web-{4A314973-60E9-4C4B-9475-852A35826E36}"/>
    <pc:docChg chg="mod addSld modSld addMainMaster delMainMaster modMainMaster setSldSz">
      <pc:chgData name="Navneet kumar" userId="532d13e89ff278e6" providerId="Windows Live" clId="Web-{4A314973-60E9-4C4B-9475-852A35826E36}" dt="2026-02-10T17:46:07.157" v="348" actId="20577"/>
      <pc:docMkLst>
        <pc:docMk/>
      </pc:docMkLst>
      <pc:sldChg chg="addSp delSp modSp mod setBg modClrScheme chgLayout">
        <pc:chgData name="Navneet kumar" userId="532d13e89ff278e6" providerId="Windows Live" clId="Web-{4A314973-60E9-4C4B-9475-852A35826E36}" dt="2026-02-10T17:26:28.188" v="117" actId="14100"/>
        <pc:sldMkLst>
          <pc:docMk/>
          <pc:sldMk cId="109857222" sldId="256"/>
        </pc:sldMkLst>
        <pc:spChg chg="mod">
          <ac:chgData name="Navneet kumar" userId="532d13e89ff278e6" providerId="Windows Live" clId="Web-{4A314973-60E9-4C4B-9475-852A35826E36}" dt="2026-02-10T17:26:27.500" v="11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avneet kumar" userId="532d13e89ff278e6" providerId="Windows Live" clId="Web-{4A314973-60E9-4C4B-9475-852A35826E36}" dt="2026-02-10T17:26:28.188" v="117" actId="14100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Navneet kumar" userId="532d13e89ff278e6" providerId="Windows Live" clId="Web-{4A314973-60E9-4C4B-9475-852A35826E36}" dt="2026-02-10T17:46:07.157" v="348" actId="20577"/>
        <pc:sldMkLst>
          <pc:docMk/>
          <pc:sldMk cId="2134799948" sldId="257"/>
        </pc:sldMkLst>
        <pc:spChg chg="mod">
          <ac:chgData name="Navneet kumar" userId="532d13e89ff278e6" providerId="Windows Live" clId="Web-{4A314973-60E9-4C4B-9475-852A35826E36}" dt="2026-02-10T17:28:33.424" v="137" actId="20577"/>
          <ac:spMkLst>
            <pc:docMk/>
            <pc:sldMk cId="2134799948" sldId="257"/>
            <ac:spMk id="2" creationId="{DD9C384A-9DF7-2CB2-5A30-0D6645ECC7E3}"/>
          </ac:spMkLst>
        </pc:spChg>
        <pc:spChg chg="mod">
          <ac:chgData name="Navneet kumar" userId="532d13e89ff278e6" providerId="Windows Live" clId="Web-{4A314973-60E9-4C4B-9475-852A35826E36}" dt="2026-02-10T17:46:07.157" v="348" actId="20577"/>
          <ac:spMkLst>
            <pc:docMk/>
            <pc:sldMk cId="2134799948" sldId="257"/>
            <ac:spMk id="3" creationId="{409168EB-25B0-7F3B-EB3F-D8ED08FCF8EF}"/>
          </ac:spMkLst>
        </pc:spChg>
      </pc:sldChg>
    </pc:docChg>
  </pc:docChgLst>
  <pc:docChgLst>
    <pc:chgData name="Navneet kumar" userId="532d13e89ff278e6" providerId="Windows Live" clId="Web-{D2BD942C-7C01-D235-3B82-3A247414DFDD}"/>
    <pc:docChg chg="modSld">
      <pc:chgData name="Navneet kumar" userId="532d13e89ff278e6" providerId="Windows Live" clId="Web-{D2BD942C-7C01-D235-3B82-3A247414DFDD}" dt="2026-02-20T05:13:34.227" v="3" actId="1076"/>
      <pc:docMkLst>
        <pc:docMk/>
      </pc:docMkLst>
      <pc:sldChg chg="modSp">
        <pc:chgData name="Navneet kumar" userId="532d13e89ff278e6" providerId="Windows Live" clId="Web-{D2BD942C-7C01-D235-3B82-3A247414DFDD}" dt="2026-02-20T05:12:43.159" v="2" actId="20577"/>
        <pc:sldMkLst>
          <pc:docMk/>
          <pc:sldMk cId="2134799948" sldId="257"/>
        </pc:sldMkLst>
        <pc:spChg chg="mod">
          <ac:chgData name="Navneet kumar" userId="532d13e89ff278e6" providerId="Windows Live" clId="Web-{D2BD942C-7C01-D235-3B82-3A247414DFDD}" dt="2026-02-20T05:12:43.159" v="2" actId="20577"/>
          <ac:spMkLst>
            <pc:docMk/>
            <pc:sldMk cId="2134799948" sldId="257"/>
            <ac:spMk id="2" creationId="{DD9C384A-9DF7-2CB2-5A30-0D6645ECC7E3}"/>
          </ac:spMkLst>
        </pc:spChg>
      </pc:sldChg>
      <pc:sldChg chg="modSp">
        <pc:chgData name="Navneet kumar" userId="532d13e89ff278e6" providerId="Windows Live" clId="Web-{D2BD942C-7C01-D235-3B82-3A247414DFDD}" dt="2026-02-20T05:13:34.227" v="3" actId="1076"/>
        <pc:sldMkLst>
          <pc:docMk/>
          <pc:sldMk cId="1554004755" sldId="259"/>
        </pc:sldMkLst>
        <pc:graphicFrameChg chg="mod">
          <ac:chgData name="Navneet kumar" userId="532d13e89ff278e6" providerId="Windows Live" clId="Web-{D2BD942C-7C01-D235-3B82-3A247414DFDD}" dt="2026-02-20T05:13:34.227" v="3" actId="1076"/>
          <ac:graphicFrameMkLst>
            <pc:docMk/>
            <pc:sldMk cId="1554004755" sldId="259"/>
            <ac:graphicFrameMk id="7" creationId="{BA36CF53-AA46-FCD8-4788-196CF14E3EC2}"/>
          </ac:graphicFrameMkLst>
        </pc:graphicFrameChg>
      </pc:sldChg>
    </pc:docChg>
  </pc:docChgLst>
  <pc:docChgLst>
    <pc:chgData name="Navneet kumar" userId="532d13e89ff278e6" providerId="Windows Live" clId="Web-{8CF2DEAE-181C-4025-B2B0-DB9E77E99F38}"/>
    <pc:docChg chg="mod addSld modSld addMainMaster delMainMaster modMainMaster setSldSz">
      <pc:chgData name="Navneet kumar" userId="532d13e89ff278e6" providerId="Windows Live" clId="Web-{8CF2DEAE-181C-4025-B2B0-DB9E77E99F38}" dt="2026-02-12T05:51:39.480" v="489" actId="20577"/>
      <pc:docMkLst>
        <pc:docMk/>
      </pc:docMkLst>
      <pc:sldChg chg="addSp delSp modSp mod setBg modClrScheme setClrOvrMap delDesignElem chgLayout">
        <pc:chgData name="Navneet kumar" userId="532d13e89ff278e6" providerId="Windows Live" clId="Web-{8CF2DEAE-181C-4025-B2B0-DB9E77E99F38}" dt="2026-02-12T05:24:35.579" v="42"/>
        <pc:sldMkLst>
          <pc:docMk/>
          <pc:sldMk cId="109857222" sldId="256"/>
        </pc:sldMkLst>
        <pc:spChg chg="mod ord">
          <ac:chgData name="Navneet kumar" userId="532d13e89ff278e6" providerId="Windows Live" clId="Web-{8CF2DEAE-181C-4025-B2B0-DB9E77E99F38}" dt="2026-02-12T05:14:45.987" v="2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Navneet kumar" userId="532d13e89ff278e6" providerId="Windows Live" clId="Web-{8CF2DEAE-181C-4025-B2B0-DB9E77E99F38}" dt="2026-02-12T05:14:45.987" v="29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setBg modClrScheme setClrOvrMap chgLayout">
        <pc:chgData name="Navneet kumar" userId="532d13e89ff278e6" providerId="Windows Live" clId="Web-{8CF2DEAE-181C-4025-B2B0-DB9E77E99F38}" dt="2026-02-12T05:35:09.472" v="343" actId="20577"/>
        <pc:sldMkLst>
          <pc:docMk/>
          <pc:sldMk cId="2134799948" sldId="257"/>
        </pc:sldMkLst>
        <pc:spChg chg="mod ord">
          <ac:chgData name="Navneet kumar" userId="532d13e89ff278e6" providerId="Windows Live" clId="Web-{8CF2DEAE-181C-4025-B2B0-DB9E77E99F38}" dt="2026-02-12T05:35:09.472" v="343" actId="20577"/>
          <ac:spMkLst>
            <pc:docMk/>
            <pc:sldMk cId="2134799948" sldId="257"/>
            <ac:spMk id="2" creationId="{DD9C384A-9DF7-2CB2-5A30-0D6645ECC7E3}"/>
          </ac:spMkLst>
        </pc:spChg>
        <pc:spChg chg="mod ord">
          <ac:chgData name="Navneet kumar" userId="532d13e89ff278e6" providerId="Windows Live" clId="Web-{8CF2DEAE-181C-4025-B2B0-DB9E77E99F38}" dt="2026-02-12T05:34:01.861" v="329" actId="20577"/>
          <ac:spMkLst>
            <pc:docMk/>
            <pc:sldMk cId="2134799948" sldId="257"/>
            <ac:spMk id="3" creationId="{409168EB-25B0-7F3B-EB3F-D8ED08FCF8EF}"/>
          </ac:spMkLst>
        </pc:spChg>
      </pc:sldChg>
      <pc:sldChg chg="addSp delSp modSp mod setBg modClrScheme chgLayout">
        <pc:chgData name="Navneet kumar" userId="532d13e89ff278e6" providerId="Windows Live" clId="Web-{8CF2DEAE-181C-4025-B2B0-DB9E77E99F38}" dt="2026-02-12T05:33:23.875" v="324" actId="1076"/>
        <pc:sldMkLst>
          <pc:docMk/>
          <pc:sldMk cId="3838503671" sldId="258"/>
        </pc:sldMkLst>
        <pc:spChg chg="mod ord">
          <ac:chgData name="Navneet kumar" userId="532d13e89ff278e6" providerId="Windows Live" clId="Web-{8CF2DEAE-181C-4025-B2B0-DB9E77E99F38}" dt="2026-02-12T05:15:27.520" v="31"/>
          <ac:spMkLst>
            <pc:docMk/>
            <pc:sldMk cId="3838503671" sldId="258"/>
            <ac:spMk id="2" creationId="{57F26F30-6891-56A4-31B2-AEAC4C177E62}"/>
          </ac:spMkLst>
        </pc:spChg>
        <pc:graphicFrameChg chg="add mod modGraphic">
          <ac:chgData name="Navneet kumar" userId="532d13e89ff278e6" providerId="Windows Live" clId="Web-{8CF2DEAE-181C-4025-B2B0-DB9E77E99F38}" dt="2026-02-12T05:33:23.875" v="324" actId="1076"/>
          <ac:graphicFrameMkLst>
            <pc:docMk/>
            <pc:sldMk cId="3838503671" sldId="258"/>
            <ac:graphicFrameMk id="5" creationId="{089F03D5-22E6-45E1-7066-870B9D35ECF5}"/>
          </ac:graphicFrameMkLst>
        </pc:graphicFrameChg>
      </pc:sldChg>
      <pc:sldChg chg="addSp delSp modSp mod setBg modClrScheme chgLayout">
        <pc:chgData name="Navneet kumar" userId="532d13e89ff278e6" providerId="Windows Live" clId="Web-{8CF2DEAE-181C-4025-B2B0-DB9E77E99F38}" dt="2026-02-12T05:31:51.949" v="315" actId="20577"/>
        <pc:sldMkLst>
          <pc:docMk/>
          <pc:sldMk cId="1554004755" sldId="259"/>
        </pc:sldMkLst>
        <pc:spChg chg="mod ord">
          <ac:chgData name="Navneet kumar" userId="532d13e89ff278e6" providerId="Windows Live" clId="Web-{8CF2DEAE-181C-4025-B2B0-DB9E77E99F38}" dt="2026-02-12T05:22:06.124" v="40"/>
          <ac:spMkLst>
            <pc:docMk/>
            <pc:sldMk cId="1554004755" sldId="259"/>
            <ac:spMk id="2" creationId="{4D276EBF-DB20-1C7D-1FF1-C2A6973786D4}"/>
          </ac:spMkLst>
        </pc:spChg>
        <pc:graphicFrameChg chg="add modGraphic">
          <ac:chgData name="Navneet kumar" userId="532d13e89ff278e6" providerId="Windows Live" clId="Web-{8CF2DEAE-181C-4025-B2B0-DB9E77E99F38}" dt="2026-02-12T05:31:51.949" v="315" actId="20577"/>
          <ac:graphicFrameMkLst>
            <pc:docMk/>
            <pc:sldMk cId="1554004755" sldId="259"/>
            <ac:graphicFrameMk id="7" creationId="{BA36CF53-AA46-FCD8-4788-196CF14E3EC2}"/>
          </ac:graphicFrameMkLst>
        </pc:graphicFrameChg>
      </pc:sldChg>
      <pc:sldChg chg="addSp delSp modSp mod setBg modClrScheme delDesignElem chgLayout">
        <pc:chgData name="Navneet kumar" userId="532d13e89ff278e6" providerId="Windows Live" clId="Web-{8CF2DEAE-181C-4025-B2B0-DB9E77E99F38}" dt="2026-02-12T05:51:39.480" v="489" actId="20577"/>
        <pc:sldMkLst>
          <pc:docMk/>
          <pc:sldMk cId="534164541" sldId="260"/>
        </pc:sldMkLst>
        <pc:spChg chg="mod ord">
          <ac:chgData name="Navneet kumar" userId="532d13e89ff278e6" providerId="Windows Live" clId="Web-{8CF2DEAE-181C-4025-B2B0-DB9E77E99F38}" dt="2026-02-12T05:38:22.773" v="351" actId="20577"/>
          <ac:spMkLst>
            <pc:docMk/>
            <pc:sldMk cId="534164541" sldId="260"/>
            <ac:spMk id="2" creationId="{BD8C8BAB-52E1-DF11-3187-B41CB507C16E}"/>
          </ac:spMkLst>
        </pc:spChg>
        <pc:spChg chg="mod ord">
          <ac:chgData name="Navneet kumar" userId="532d13e89ff278e6" providerId="Windows Live" clId="Web-{8CF2DEAE-181C-4025-B2B0-DB9E77E99F38}" dt="2026-02-12T05:51:39.480" v="489" actId="20577"/>
          <ac:spMkLst>
            <pc:docMk/>
            <pc:sldMk cId="534164541" sldId="260"/>
            <ac:spMk id="3" creationId="{7427EA40-7D6D-D4DA-C494-17942FA9B526}"/>
          </ac:spMkLst>
        </pc:spChg>
        <pc:picChg chg="add mod">
          <ac:chgData name="Navneet kumar" userId="532d13e89ff278e6" providerId="Windows Live" clId="Web-{8CF2DEAE-181C-4025-B2B0-DB9E77E99F38}" dt="2026-02-12T05:19:18.590" v="35"/>
          <ac:picMkLst>
            <pc:docMk/>
            <pc:sldMk cId="534164541" sldId="260"/>
            <ac:picMk id="4" creationId="{12626084-BAE1-A329-D4E4-9F017A96EBC7}"/>
          </ac:picMkLst>
        </pc:picChg>
      </pc:sldChg>
      <pc:sldChg chg="addSp delSp modSp mod setBg modClrScheme chgLayout">
        <pc:chgData name="Navneet kumar" userId="532d13e89ff278e6" providerId="Windows Live" clId="Web-{8CF2DEAE-181C-4025-B2B0-DB9E77E99F38}" dt="2026-02-12T05:37:55.164" v="349" actId="1076"/>
        <pc:sldMkLst>
          <pc:docMk/>
          <pc:sldMk cId="3825297087" sldId="261"/>
        </pc:sldMkLst>
        <pc:spChg chg="mod ord">
          <ac:chgData name="Navneet kumar" userId="532d13e89ff278e6" providerId="Windows Live" clId="Web-{8CF2DEAE-181C-4025-B2B0-DB9E77E99F38}" dt="2026-02-12T05:16:39.414" v="32"/>
          <ac:spMkLst>
            <pc:docMk/>
            <pc:sldMk cId="3825297087" sldId="261"/>
            <ac:spMk id="2" creationId="{5EBE3413-B364-22CB-0D95-B5FAEC01A84E}"/>
          </ac:spMkLst>
        </pc:spChg>
        <pc:graphicFrameChg chg="add mod modGraphic">
          <ac:chgData name="Navneet kumar" userId="532d13e89ff278e6" providerId="Windows Live" clId="Web-{8CF2DEAE-181C-4025-B2B0-DB9E77E99F38}" dt="2026-02-12T05:37:55.164" v="349" actId="1076"/>
          <ac:graphicFrameMkLst>
            <pc:docMk/>
            <pc:sldMk cId="3825297087" sldId="261"/>
            <ac:graphicFrameMk id="5" creationId="{F0502D00-2EC0-3FD0-3F22-457AADEC4FF6}"/>
          </ac:graphicFrameMkLst>
        </pc:graphicFrameChg>
      </pc:sldChg>
      <pc:sldChg chg="addSp delSp modSp mod setBg modClrScheme chgLayout">
        <pc:chgData name="Navneet kumar" userId="532d13e89ff278e6" providerId="Windows Live" clId="Web-{8CF2DEAE-181C-4025-B2B0-DB9E77E99F38}" dt="2026-02-12T05:37:37.163" v="348" actId="14100"/>
        <pc:sldMkLst>
          <pc:docMk/>
          <pc:sldMk cId="2360042773" sldId="262"/>
        </pc:sldMkLst>
        <pc:spChg chg="mod ord">
          <ac:chgData name="Navneet kumar" userId="532d13e89ff278e6" providerId="Windows Live" clId="Web-{8CF2DEAE-181C-4025-B2B0-DB9E77E99F38}" dt="2026-02-12T05:16:57.961" v="33"/>
          <ac:spMkLst>
            <pc:docMk/>
            <pc:sldMk cId="2360042773" sldId="262"/>
            <ac:spMk id="2" creationId="{01412811-A12B-6C31-7221-12B4D46F9AB6}"/>
          </ac:spMkLst>
        </pc:spChg>
        <pc:graphicFrameChg chg="add mod modGraphic">
          <ac:chgData name="Navneet kumar" userId="532d13e89ff278e6" providerId="Windows Live" clId="Web-{8CF2DEAE-181C-4025-B2B0-DB9E77E99F38}" dt="2026-02-12T05:37:37.163" v="348" actId="14100"/>
          <ac:graphicFrameMkLst>
            <pc:docMk/>
            <pc:sldMk cId="2360042773" sldId="262"/>
            <ac:graphicFrameMk id="5" creationId="{5F8DA74E-BC04-D108-8A50-BD6A0FB01BD0}"/>
          </ac:graphicFrameMkLst>
        </pc:graphicFrameChg>
      </pc:sldChg>
      <pc:sldChg chg="addSp modSp new mod">
        <pc:chgData name="Navneet kumar" userId="532d13e89ff278e6" providerId="Windows Live" clId="Web-{8CF2DEAE-181C-4025-B2B0-DB9E77E99F38}" dt="2026-02-12T05:28:19.331" v="278"/>
        <pc:sldMkLst>
          <pc:docMk/>
          <pc:sldMk cId="1916455765" sldId="263"/>
        </pc:sldMkLst>
        <pc:graphicFrameChg chg="add mod modGraphic">
          <ac:chgData name="Navneet kumar" userId="532d13e89ff278e6" providerId="Windows Live" clId="Web-{8CF2DEAE-181C-4025-B2B0-DB9E77E99F38}" dt="2026-02-12T05:28:19.331" v="278"/>
          <ac:graphicFrameMkLst>
            <pc:docMk/>
            <pc:sldMk cId="1916455765" sldId="263"/>
            <ac:graphicFrameMk id="2" creationId="{0D2D5EE7-92FF-276D-B9E1-DE412F44E08C}"/>
          </ac:graphicFrameMkLst>
        </pc:graphicFrameChg>
      </pc:sldChg>
    </pc:docChg>
  </pc:docChgLst>
  <pc:docChgLst>
    <pc:chgData name="Navneet kumar" userId="532d13e89ff278e6" providerId="Windows Live" clId="Web-{C7F2B641-1034-4F21-BFF5-5812B699A549}"/>
    <pc:docChg chg="modSld addMainMaster delMainMaster">
      <pc:chgData name="Navneet kumar" userId="532d13e89ff278e6" providerId="Windows Live" clId="Web-{C7F2B641-1034-4F21-BFF5-5812B699A549}" dt="2026-02-03T20:06:04.176" v="0"/>
      <pc:docMkLst>
        <pc:docMk/>
      </pc:docMkLst>
      <pc:sldChg chg="addSp modSp mod setBg modClrScheme chgLayout">
        <pc:chgData name="Navneet kumar" userId="532d13e89ff278e6" providerId="Windows Live" clId="Web-{C7F2B641-1034-4F21-BFF5-5812B699A549}" dt="2026-02-03T20:06:04.176" v="0"/>
        <pc:sldMkLst>
          <pc:docMk/>
          <pc:sldMk cId="109857222" sldId="256"/>
        </pc:sldMkLst>
        <pc:spChg chg="mod">
          <ac:chgData name="Navneet kumar" userId="532d13e89ff278e6" providerId="Windows Live" clId="Web-{C7F2B641-1034-4F21-BFF5-5812B699A549}" dt="2026-02-03T20:06:04.176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avneet kumar" userId="532d13e89ff278e6" providerId="Windows Live" clId="Web-{C7F2B641-1034-4F21-BFF5-5812B699A549}" dt="2026-02-03T20:06:04.176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Navneet kumar" userId="532d13e89ff278e6" providerId="Windows Live" clId="Web-{6677B455-DAA7-4393-B9A4-6EBF7F922512}"/>
    <pc:docChg chg="modSld">
      <pc:chgData name="Navneet kumar" userId="532d13e89ff278e6" providerId="Windows Live" clId="Web-{6677B455-DAA7-4393-B9A4-6EBF7F922512}" dt="2026-02-20T05:10:27.760" v="63" actId="14100"/>
      <pc:docMkLst>
        <pc:docMk/>
      </pc:docMkLst>
      <pc:sldChg chg="modSp">
        <pc:chgData name="Navneet kumar" userId="532d13e89ff278e6" providerId="Windows Live" clId="Web-{6677B455-DAA7-4393-B9A4-6EBF7F922512}" dt="2026-02-20T04:56:16.122" v="4" actId="20577"/>
        <pc:sldMkLst>
          <pc:docMk/>
          <pc:sldMk cId="109857222" sldId="256"/>
        </pc:sldMkLst>
        <pc:spChg chg="mod">
          <ac:chgData name="Navneet kumar" userId="532d13e89ff278e6" providerId="Windows Live" clId="Web-{6677B455-DAA7-4393-B9A4-6EBF7F922512}" dt="2026-02-20T04:56:16.122" v="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Navneet kumar" userId="532d13e89ff278e6" providerId="Windows Live" clId="Web-{6677B455-DAA7-4393-B9A4-6EBF7F922512}" dt="2026-02-20T04:57:22.014" v="6" actId="20577"/>
        <pc:sldMkLst>
          <pc:docMk/>
          <pc:sldMk cId="2134799948" sldId="257"/>
        </pc:sldMkLst>
        <pc:spChg chg="mod">
          <ac:chgData name="Navneet kumar" userId="532d13e89ff278e6" providerId="Windows Live" clId="Web-{6677B455-DAA7-4393-B9A4-6EBF7F922512}" dt="2026-02-20T04:57:22.014" v="6" actId="20577"/>
          <ac:spMkLst>
            <pc:docMk/>
            <pc:sldMk cId="2134799948" sldId="257"/>
            <ac:spMk id="3" creationId="{409168EB-25B0-7F3B-EB3F-D8ED08FCF8EF}"/>
          </ac:spMkLst>
        </pc:spChg>
      </pc:sldChg>
      <pc:sldChg chg="modSp">
        <pc:chgData name="Navneet kumar" userId="532d13e89ff278e6" providerId="Windows Live" clId="Web-{6677B455-DAA7-4393-B9A4-6EBF7F922512}" dt="2026-02-20T05:10:27.760" v="63" actId="14100"/>
        <pc:sldMkLst>
          <pc:docMk/>
          <pc:sldMk cId="3838503671" sldId="258"/>
        </pc:sldMkLst>
        <pc:graphicFrameChg chg="mod modGraphic">
          <ac:chgData name="Navneet kumar" userId="532d13e89ff278e6" providerId="Windows Live" clId="Web-{6677B455-DAA7-4393-B9A4-6EBF7F922512}" dt="2026-02-20T05:10:27.760" v="63" actId="14100"/>
          <ac:graphicFrameMkLst>
            <pc:docMk/>
            <pc:sldMk cId="3838503671" sldId="258"/>
            <ac:graphicFrameMk id="5" creationId="{089F03D5-22E6-45E1-7066-870B9D35ECF5}"/>
          </ac:graphicFrameMkLst>
        </pc:graphicFrameChg>
      </pc:sldChg>
      <pc:sldChg chg="modSp">
        <pc:chgData name="Navneet kumar" userId="532d13e89ff278e6" providerId="Windows Live" clId="Web-{6677B455-DAA7-4393-B9A4-6EBF7F922512}" dt="2026-02-20T05:00:33.830" v="28" actId="1076"/>
        <pc:sldMkLst>
          <pc:docMk/>
          <pc:sldMk cId="1554004755" sldId="259"/>
        </pc:sldMkLst>
        <pc:spChg chg="mod">
          <ac:chgData name="Navneet kumar" userId="532d13e89ff278e6" providerId="Windows Live" clId="Web-{6677B455-DAA7-4393-B9A4-6EBF7F922512}" dt="2026-02-20T04:59:44.048" v="20" actId="20577"/>
          <ac:spMkLst>
            <pc:docMk/>
            <pc:sldMk cId="1554004755" sldId="259"/>
            <ac:spMk id="2" creationId="{4D276EBF-DB20-1C7D-1FF1-C2A6973786D4}"/>
          </ac:spMkLst>
        </pc:spChg>
        <pc:graphicFrameChg chg="mod modGraphic">
          <ac:chgData name="Navneet kumar" userId="532d13e89ff278e6" providerId="Windows Live" clId="Web-{6677B455-DAA7-4393-B9A4-6EBF7F922512}" dt="2026-02-20T05:00:33.830" v="28" actId="1076"/>
          <ac:graphicFrameMkLst>
            <pc:docMk/>
            <pc:sldMk cId="1554004755" sldId="259"/>
            <ac:graphicFrameMk id="7" creationId="{BA36CF53-AA46-FCD8-4788-196CF14E3EC2}"/>
          </ac:graphicFrameMkLst>
        </pc:graphicFrameChg>
      </pc:sldChg>
      <pc:sldChg chg="modSp">
        <pc:chgData name="Navneet kumar" userId="532d13e89ff278e6" providerId="Windows Live" clId="Web-{6677B455-DAA7-4393-B9A4-6EBF7F922512}" dt="2026-02-20T05:02:27.363" v="41" actId="20577"/>
        <pc:sldMkLst>
          <pc:docMk/>
          <pc:sldMk cId="534164541" sldId="260"/>
        </pc:sldMkLst>
        <pc:spChg chg="mod">
          <ac:chgData name="Navneet kumar" userId="532d13e89ff278e6" providerId="Windows Live" clId="Web-{6677B455-DAA7-4393-B9A4-6EBF7F922512}" dt="2026-02-20T05:02:27.363" v="41" actId="20577"/>
          <ac:spMkLst>
            <pc:docMk/>
            <pc:sldMk cId="534164541" sldId="260"/>
            <ac:spMk id="3" creationId="{7427EA40-7D6D-D4DA-C494-17942FA9B526}"/>
          </ac:spMkLst>
        </pc:spChg>
        <pc:picChg chg="mod">
          <ac:chgData name="Navneet kumar" userId="532d13e89ff278e6" providerId="Windows Live" clId="Web-{6677B455-DAA7-4393-B9A4-6EBF7F922512}" dt="2026-02-20T05:01:09.424" v="29" actId="1076"/>
          <ac:picMkLst>
            <pc:docMk/>
            <pc:sldMk cId="534164541" sldId="260"/>
            <ac:picMk id="4" creationId="{12626084-BAE1-A329-D4E4-9F017A96EBC7}"/>
          </ac:picMkLst>
        </pc:picChg>
      </pc:sldChg>
    </pc:docChg>
  </pc:docChgLst>
  <pc:docChgLst>
    <pc:chgData name="Navneet kumar" userId="532d13e89ff278e6" providerId="Windows Live" clId="Web-{B3DB9AAC-578A-4296-B63E-BD216F184159}"/>
    <pc:docChg chg="addSld delSld modSld">
      <pc:chgData name="Navneet kumar" userId="532d13e89ff278e6" providerId="Windows Live" clId="Web-{B3DB9AAC-578A-4296-B63E-BD216F184159}" dt="2026-02-12T04:55:17.157" v="366" actId="20577"/>
      <pc:docMkLst>
        <pc:docMk/>
      </pc:docMkLst>
      <pc:sldChg chg="modSp">
        <pc:chgData name="Navneet kumar" userId="532d13e89ff278e6" providerId="Windows Live" clId="Web-{B3DB9AAC-578A-4296-B63E-BD216F184159}" dt="2026-02-12T04:26:40.422" v="5" actId="1076"/>
        <pc:sldMkLst>
          <pc:docMk/>
          <pc:sldMk cId="109857222" sldId="256"/>
        </pc:sldMkLst>
        <pc:spChg chg="mod">
          <ac:chgData name="Navneet kumar" userId="532d13e89ff278e6" providerId="Windows Live" clId="Web-{B3DB9AAC-578A-4296-B63E-BD216F184159}" dt="2026-02-12T04:26:40.422" v="5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Navneet kumar" userId="532d13e89ff278e6" providerId="Windows Live" clId="Web-{B3DB9AAC-578A-4296-B63E-BD216F184159}" dt="2026-02-12T04:55:17.157" v="366" actId="20577"/>
        <pc:sldMkLst>
          <pc:docMk/>
          <pc:sldMk cId="3838503671" sldId="258"/>
        </pc:sldMkLst>
        <pc:spChg chg="mod">
          <ac:chgData name="Navneet kumar" userId="532d13e89ff278e6" providerId="Windows Live" clId="Web-{B3DB9AAC-578A-4296-B63E-BD216F184159}" dt="2026-02-12T04:55:17.157" v="366" actId="20577"/>
          <ac:spMkLst>
            <pc:docMk/>
            <pc:sldMk cId="3838503671" sldId="258"/>
            <ac:spMk id="2" creationId="{57F26F30-6891-56A4-31B2-AEAC4C177E62}"/>
          </ac:spMkLst>
        </pc:spChg>
      </pc:sldChg>
      <pc:sldChg chg="modSp new">
        <pc:chgData name="Navneet kumar" userId="532d13e89ff278e6" providerId="Windows Live" clId="Web-{B3DB9AAC-578A-4296-B63E-BD216F184159}" dt="2026-02-12T04:37:15.619" v="174" actId="14100"/>
        <pc:sldMkLst>
          <pc:docMk/>
          <pc:sldMk cId="1554004755" sldId="259"/>
        </pc:sldMkLst>
        <pc:spChg chg="mod">
          <ac:chgData name="Navneet kumar" userId="532d13e89ff278e6" providerId="Windows Live" clId="Web-{B3DB9AAC-578A-4296-B63E-BD216F184159}" dt="2026-02-12T04:34:58.884" v="83" actId="20577"/>
          <ac:spMkLst>
            <pc:docMk/>
            <pc:sldMk cId="1554004755" sldId="259"/>
            <ac:spMk id="2" creationId="{4D276EBF-DB20-1C7D-1FF1-C2A6973786D4}"/>
          </ac:spMkLst>
        </pc:spChg>
      </pc:sldChg>
      <pc:sldChg chg="modSp new">
        <pc:chgData name="Navneet kumar" userId="532d13e89ff278e6" providerId="Windows Live" clId="Web-{B3DB9AAC-578A-4296-B63E-BD216F184159}" dt="2026-02-12T04:47:42.840" v="326" actId="20577"/>
        <pc:sldMkLst>
          <pc:docMk/>
          <pc:sldMk cId="534164541" sldId="260"/>
        </pc:sldMkLst>
        <pc:spChg chg="mod">
          <ac:chgData name="Navneet kumar" userId="532d13e89ff278e6" providerId="Windows Live" clId="Web-{B3DB9AAC-578A-4296-B63E-BD216F184159}" dt="2026-02-12T04:47:42.840" v="326" actId="20577"/>
          <ac:spMkLst>
            <pc:docMk/>
            <pc:sldMk cId="534164541" sldId="260"/>
            <ac:spMk id="2" creationId="{BD8C8BAB-52E1-DF11-3187-B41CB507C16E}"/>
          </ac:spMkLst>
        </pc:spChg>
        <pc:spChg chg="mod">
          <ac:chgData name="Navneet kumar" userId="532d13e89ff278e6" providerId="Windows Live" clId="Web-{B3DB9AAC-578A-4296-B63E-BD216F184159}" dt="2026-02-12T04:42:37.238" v="259" actId="20577"/>
          <ac:spMkLst>
            <pc:docMk/>
            <pc:sldMk cId="534164541" sldId="260"/>
            <ac:spMk id="3" creationId="{7427EA40-7D6D-D4DA-C494-17942FA9B526}"/>
          </ac:spMkLst>
        </pc:spChg>
      </pc:sldChg>
      <pc:sldChg chg="modSp new">
        <pc:chgData name="Navneet kumar" userId="532d13e89ff278e6" providerId="Windows Live" clId="Web-{B3DB9AAC-578A-4296-B63E-BD216F184159}" dt="2026-02-12T04:46:45.370" v="296" actId="20577"/>
        <pc:sldMkLst>
          <pc:docMk/>
          <pc:sldMk cId="3825297087" sldId="261"/>
        </pc:sldMkLst>
        <pc:spChg chg="mod">
          <ac:chgData name="Navneet kumar" userId="532d13e89ff278e6" providerId="Windows Live" clId="Web-{B3DB9AAC-578A-4296-B63E-BD216F184159}" dt="2026-02-12T04:44:40.867" v="262" actId="20577"/>
          <ac:spMkLst>
            <pc:docMk/>
            <pc:sldMk cId="3825297087" sldId="261"/>
            <ac:spMk id="2" creationId="{5EBE3413-B364-22CB-0D95-B5FAEC01A84E}"/>
          </ac:spMkLst>
        </pc:spChg>
      </pc:sldChg>
      <pc:sldChg chg="modSp new">
        <pc:chgData name="Navneet kumar" userId="532d13e89ff278e6" providerId="Windows Live" clId="Web-{B3DB9AAC-578A-4296-B63E-BD216F184159}" dt="2026-02-12T04:52:04.062" v="357" actId="20577"/>
        <pc:sldMkLst>
          <pc:docMk/>
          <pc:sldMk cId="2360042773" sldId="262"/>
        </pc:sldMkLst>
        <pc:spChg chg="mod">
          <ac:chgData name="Navneet kumar" userId="532d13e89ff278e6" providerId="Windows Live" clId="Web-{B3DB9AAC-578A-4296-B63E-BD216F184159}" dt="2026-02-12T04:51:02.577" v="328" actId="20577"/>
          <ac:spMkLst>
            <pc:docMk/>
            <pc:sldMk cId="2360042773" sldId="262"/>
            <ac:spMk id="2" creationId="{01412811-A12B-6C31-7221-12B4D46F9AB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F6C64-1203-4345-A45D-46E597A2E873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E3B75E-B124-44FB-B2D4-36232DBCF854}">
      <dgm:prSet custT="1"/>
      <dgm:spPr/>
      <dgm:t>
        <a:bodyPr/>
        <a:lstStyle/>
        <a:p>
          <a:r>
            <a:rPr lang="en-US" sz="2800">
              <a:solidFill>
                <a:schemeClr val="bg1"/>
              </a:solidFill>
              <a:ea typeface="+mn-ea"/>
              <a:cs typeface="+mn-cs"/>
            </a:rPr>
            <a:t>  </a:t>
          </a:r>
          <a:r>
            <a:rPr lang="en-US" sz="3200">
              <a:solidFill>
                <a:schemeClr val="bg1"/>
              </a:solidFill>
              <a:ea typeface="+mn-ea"/>
              <a:cs typeface="+mn-cs"/>
            </a:rPr>
            <a:t>Console-based calculator limitations</a:t>
          </a:r>
        </a:p>
      </dgm:t>
    </dgm:pt>
    <dgm:pt modelId="{94333058-A420-4E86-853A-B0AADC652701}" type="parTrans" cxnId="{BC199975-70CA-4271-A70D-35ABB79FF5B9}">
      <dgm:prSet/>
      <dgm:spPr/>
      <dgm:t>
        <a:bodyPr/>
        <a:lstStyle/>
        <a:p>
          <a:endParaRPr lang="en-US"/>
        </a:p>
      </dgm:t>
    </dgm:pt>
    <dgm:pt modelId="{4790F92E-397E-4FF4-BD86-5F3B437AB772}" type="sibTrans" cxnId="{BC199975-70CA-4271-A70D-35ABB79FF5B9}">
      <dgm:prSet/>
      <dgm:spPr/>
      <dgm:t>
        <a:bodyPr/>
        <a:lstStyle/>
        <a:p>
          <a:endParaRPr lang="en-US"/>
        </a:p>
      </dgm:t>
    </dgm:pt>
    <dgm:pt modelId="{BA28D1B5-7FC2-47B5-A52C-305EFD365045}">
      <dgm:prSet custT="1"/>
      <dgm:spPr/>
      <dgm:t>
        <a:bodyPr/>
        <a:lstStyle/>
        <a:p>
          <a:r>
            <a:rPr lang="en-US" sz="3200">
              <a:solidFill>
                <a:schemeClr val="bg1"/>
              </a:solidFill>
              <a:ea typeface="+mn-ea"/>
              <a:cs typeface="+mn-cs"/>
            </a:rPr>
            <a:t> Text-only interface </a:t>
          </a:r>
          <a:r>
            <a:rPr lang="en-US" sz="2800">
              <a:solidFill>
                <a:schemeClr val="bg1"/>
              </a:solidFill>
              <a:ea typeface="+mn-ea"/>
              <a:cs typeface="+mn-cs"/>
            </a:rPr>
            <a:t> </a:t>
          </a:r>
        </a:p>
      </dgm:t>
    </dgm:pt>
    <dgm:pt modelId="{6FCA66B6-3C58-488F-875B-54DC737021B3}" type="parTrans" cxnId="{7FFFA664-4F4E-4C13-8A5F-DC72960FD96B}">
      <dgm:prSet/>
      <dgm:spPr/>
      <dgm:t>
        <a:bodyPr/>
        <a:lstStyle/>
        <a:p>
          <a:endParaRPr lang="en-US"/>
        </a:p>
      </dgm:t>
    </dgm:pt>
    <dgm:pt modelId="{7E9DE03C-3D34-488D-808C-8919167B2E09}" type="sibTrans" cxnId="{7FFFA664-4F4E-4C13-8A5F-DC72960FD96B}">
      <dgm:prSet/>
      <dgm:spPr/>
      <dgm:t>
        <a:bodyPr/>
        <a:lstStyle/>
        <a:p>
          <a:endParaRPr lang="en-US"/>
        </a:p>
      </dgm:t>
    </dgm:pt>
    <dgm:pt modelId="{A289470C-CCDD-4784-BBA9-648BC0D4CB87}">
      <dgm:prSet custT="1"/>
      <dgm:spPr/>
      <dgm:t>
        <a:bodyPr/>
        <a:lstStyle/>
        <a:p>
          <a:r>
            <a:rPr lang="en-US" sz="2800">
              <a:solidFill>
                <a:schemeClr val="bg1"/>
              </a:solidFill>
              <a:ea typeface="+mn-ea"/>
              <a:cs typeface="+mn-cs"/>
            </a:rPr>
            <a:t> </a:t>
          </a:r>
          <a:r>
            <a:rPr lang="en-US" sz="3200">
              <a:solidFill>
                <a:schemeClr val="bg1"/>
              </a:solidFill>
              <a:ea typeface="+mn-ea"/>
              <a:cs typeface="+mn-cs"/>
            </a:rPr>
            <a:t>Less intuitive for beginner</a:t>
          </a:r>
        </a:p>
      </dgm:t>
    </dgm:pt>
    <dgm:pt modelId="{77240065-EA02-4CD3-9975-F601EE81C44F}" type="parTrans" cxnId="{537ABB8C-37C8-45E6-8FD9-81A8E5192902}">
      <dgm:prSet/>
      <dgm:spPr/>
      <dgm:t>
        <a:bodyPr/>
        <a:lstStyle/>
        <a:p>
          <a:endParaRPr lang="en-US"/>
        </a:p>
      </dgm:t>
    </dgm:pt>
    <dgm:pt modelId="{47AABEE0-DCF7-4785-8076-CBB4221487EE}" type="sibTrans" cxnId="{537ABB8C-37C8-45E6-8FD9-81A8E5192902}">
      <dgm:prSet/>
      <dgm:spPr/>
      <dgm:t>
        <a:bodyPr/>
        <a:lstStyle/>
        <a:p>
          <a:endParaRPr lang="en-US"/>
        </a:p>
      </dgm:t>
    </dgm:pt>
    <dgm:pt modelId="{D79ACEC8-703A-4B79-B959-3298A0747A9A}">
      <dgm:prSet custT="1"/>
      <dgm:spPr/>
      <dgm:t>
        <a:bodyPr/>
        <a:lstStyle/>
        <a:p>
          <a:r>
            <a:rPr lang="en-US" sz="3200">
              <a:solidFill>
                <a:schemeClr val="bg1"/>
              </a:solidFill>
              <a:ea typeface="+mn-ea"/>
              <a:cs typeface="+mn-cs"/>
            </a:rPr>
            <a:t> Harder to reuse in real-world applications</a:t>
          </a:r>
        </a:p>
      </dgm:t>
    </dgm:pt>
    <dgm:pt modelId="{93C0F3AB-9D5F-4AC0-8E5E-4291A885B0C7}" type="parTrans" cxnId="{27E9A451-FDF1-4789-A2AE-E38509B27C76}">
      <dgm:prSet/>
      <dgm:spPr/>
      <dgm:t>
        <a:bodyPr/>
        <a:lstStyle/>
        <a:p>
          <a:endParaRPr lang="en-US"/>
        </a:p>
      </dgm:t>
    </dgm:pt>
    <dgm:pt modelId="{391AA82A-7A59-448D-A7AE-7AD2C505855F}" type="sibTrans" cxnId="{27E9A451-FDF1-4789-A2AE-E38509B27C76}">
      <dgm:prSet/>
      <dgm:spPr/>
      <dgm:t>
        <a:bodyPr/>
        <a:lstStyle/>
        <a:p>
          <a:endParaRPr lang="en-US"/>
        </a:p>
      </dgm:t>
    </dgm:pt>
    <dgm:pt modelId="{2E0BAFEC-9D12-4B88-9E45-904A3A61F3B7}" type="pres">
      <dgm:prSet presAssocID="{F5BF6C64-1203-4345-A45D-46E597A2E873}" presName="vert0" presStyleCnt="0">
        <dgm:presLayoutVars>
          <dgm:dir/>
          <dgm:animOne val="branch"/>
          <dgm:animLvl val="lvl"/>
        </dgm:presLayoutVars>
      </dgm:prSet>
      <dgm:spPr/>
    </dgm:pt>
    <dgm:pt modelId="{7132C366-4D6B-4B98-B18C-A05ABD18E29C}" type="pres">
      <dgm:prSet presAssocID="{07E3B75E-B124-44FB-B2D4-36232DBCF854}" presName="thickLine" presStyleLbl="alignNode1" presStyleIdx="0" presStyleCnt="4"/>
      <dgm:spPr/>
    </dgm:pt>
    <dgm:pt modelId="{4A3F0853-93C4-426D-9ABC-EE4D1907622C}" type="pres">
      <dgm:prSet presAssocID="{07E3B75E-B124-44FB-B2D4-36232DBCF854}" presName="horz1" presStyleCnt="0"/>
      <dgm:spPr/>
    </dgm:pt>
    <dgm:pt modelId="{CEC5198E-9EE2-4560-A752-D0F1E2F26EFD}" type="pres">
      <dgm:prSet presAssocID="{07E3B75E-B124-44FB-B2D4-36232DBCF854}" presName="tx1" presStyleLbl="revTx" presStyleIdx="0" presStyleCnt="4"/>
      <dgm:spPr/>
    </dgm:pt>
    <dgm:pt modelId="{FDA82A4F-F26C-47AB-A6E3-58437E01E4C8}" type="pres">
      <dgm:prSet presAssocID="{07E3B75E-B124-44FB-B2D4-36232DBCF854}" presName="vert1" presStyleCnt="0"/>
      <dgm:spPr/>
    </dgm:pt>
    <dgm:pt modelId="{ECAAD15F-8ED3-496A-9A42-4C7D13897E5C}" type="pres">
      <dgm:prSet presAssocID="{BA28D1B5-7FC2-47B5-A52C-305EFD365045}" presName="thickLine" presStyleLbl="alignNode1" presStyleIdx="1" presStyleCnt="4"/>
      <dgm:spPr/>
    </dgm:pt>
    <dgm:pt modelId="{C4B0444F-0BD2-46F9-90BA-553449DCA207}" type="pres">
      <dgm:prSet presAssocID="{BA28D1B5-7FC2-47B5-A52C-305EFD365045}" presName="horz1" presStyleCnt="0"/>
      <dgm:spPr/>
    </dgm:pt>
    <dgm:pt modelId="{EF288BCE-AA03-4D23-84B2-B9FB9D7BAFAC}" type="pres">
      <dgm:prSet presAssocID="{BA28D1B5-7FC2-47B5-A52C-305EFD365045}" presName="tx1" presStyleLbl="revTx" presStyleIdx="1" presStyleCnt="4"/>
      <dgm:spPr/>
    </dgm:pt>
    <dgm:pt modelId="{29278427-EA30-4FD3-AA75-A0237D2A7491}" type="pres">
      <dgm:prSet presAssocID="{BA28D1B5-7FC2-47B5-A52C-305EFD365045}" presName="vert1" presStyleCnt="0"/>
      <dgm:spPr/>
    </dgm:pt>
    <dgm:pt modelId="{D5E6FFE0-F6CE-4694-BC90-8111AA783BEA}" type="pres">
      <dgm:prSet presAssocID="{A289470C-CCDD-4784-BBA9-648BC0D4CB87}" presName="thickLine" presStyleLbl="alignNode1" presStyleIdx="2" presStyleCnt="4"/>
      <dgm:spPr/>
    </dgm:pt>
    <dgm:pt modelId="{16C964C1-9AF5-4750-9B9B-48DD5BF464FE}" type="pres">
      <dgm:prSet presAssocID="{A289470C-CCDD-4784-BBA9-648BC0D4CB87}" presName="horz1" presStyleCnt="0"/>
      <dgm:spPr/>
    </dgm:pt>
    <dgm:pt modelId="{7B3FB64A-3F71-4188-A650-649328E4C584}" type="pres">
      <dgm:prSet presAssocID="{A289470C-CCDD-4784-BBA9-648BC0D4CB87}" presName="tx1" presStyleLbl="revTx" presStyleIdx="2" presStyleCnt="4"/>
      <dgm:spPr/>
    </dgm:pt>
    <dgm:pt modelId="{75CB8D5E-F573-4867-99C8-C28A455DD0F6}" type="pres">
      <dgm:prSet presAssocID="{A289470C-CCDD-4784-BBA9-648BC0D4CB87}" presName="vert1" presStyleCnt="0"/>
      <dgm:spPr/>
    </dgm:pt>
    <dgm:pt modelId="{0446A23B-461D-4806-895D-5509CD46F87E}" type="pres">
      <dgm:prSet presAssocID="{D79ACEC8-703A-4B79-B959-3298A0747A9A}" presName="thickLine" presStyleLbl="alignNode1" presStyleIdx="3" presStyleCnt="4"/>
      <dgm:spPr/>
    </dgm:pt>
    <dgm:pt modelId="{C5489482-C3A0-414B-802D-4D760C26BEEC}" type="pres">
      <dgm:prSet presAssocID="{D79ACEC8-703A-4B79-B959-3298A0747A9A}" presName="horz1" presStyleCnt="0"/>
      <dgm:spPr/>
    </dgm:pt>
    <dgm:pt modelId="{4BCCC2BB-1117-462B-B06A-303B7CE8C915}" type="pres">
      <dgm:prSet presAssocID="{D79ACEC8-703A-4B79-B959-3298A0747A9A}" presName="tx1" presStyleLbl="revTx" presStyleIdx="3" presStyleCnt="4"/>
      <dgm:spPr/>
    </dgm:pt>
    <dgm:pt modelId="{08A5ABB4-C1A6-4B15-92AF-87A8DDB73702}" type="pres">
      <dgm:prSet presAssocID="{D79ACEC8-703A-4B79-B959-3298A0747A9A}" presName="vert1" presStyleCnt="0"/>
      <dgm:spPr/>
    </dgm:pt>
  </dgm:ptLst>
  <dgm:cxnLst>
    <dgm:cxn modelId="{372C2E21-8238-4B34-BD3D-54EF975B3735}" type="presOf" srcId="{D79ACEC8-703A-4B79-B959-3298A0747A9A}" destId="{4BCCC2BB-1117-462B-B06A-303B7CE8C915}" srcOrd="0" destOrd="0" presId="urn:microsoft.com/office/officeart/2008/layout/LinedList"/>
    <dgm:cxn modelId="{C3522C32-CC10-45D8-8AB2-27A4E60E1B64}" type="presOf" srcId="{A289470C-CCDD-4784-BBA9-648BC0D4CB87}" destId="{7B3FB64A-3F71-4188-A650-649328E4C584}" srcOrd="0" destOrd="0" presId="urn:microsoft.com/office/officeart/2008/layout/LinedList"/>
    <dgm:cxn modelId="{7FFFA664-4F4E-4C13-8A5F-DC72960FD96B}" srcId="{F5BF6C64-1203-4345-A45D-46E597A2E873}" destId="{BA28D1B5-7FC2-47B5-A52C-305EFD365045}" srcOrd="1" destOrd="0" parTransId="{6FCA66B6-3C58-488F-875B-54DC737021B3}" sibTransId="{7E9DE03C-3D34-488D-808C-8919167B2E09}"/>
    <dgm:cxn modelId="{CECE8E67-C440-4607-BE57-1DB39428EEBF}" type="presOf" srcId="{BA28D1B5-7FC2-47B5-A52C-305EFD365045}" destId="{EF288BCE-AA03-4D23-84B2-B9FB9D7BAFAC}" srcOrd="0" destOrd="0" presId="urn:microsoft.com/office/officeart/2008/layout/LinedList"/>
    <dgm:cxn modelId="{27E9A451-FDF1-4789-A2AE-E38509B27C76}" srcId="{F5BF6C64-1203-4345-A45D-46E597A2E873}" destId="{D79ACEC8-703A-4B79-B959-3298A0747A9A}" srcOrd="3" destOrd="0" parTransId="{93C0F3AB-9D5F-4AC0-8E5E-4291A885B0C7}" sibTransId="{391AA82A-7A59-448D-A7AE-7AD2C505855F}"/>
    <dgm:cxn modelId="{BC199975-70CA-4271-A70D-35ABB79FF5B9}" srcId="{F5BF6C64-1203-4345-A45D-46E597A2E873}" destId="{07E3B75E-B124-44FB-B2D4-36232DBCF854}" srcOrd="0" destOrd="0" parTransId="{94333058-A420-4E86-853A-B0AADC652701}" sibTransId="{4790F92E-397E-4FF4-BD86-5F3B437AB772}"/>
    <dgm:cxn modelId="{537ABB8C-37C8-45E6-8FD9-81A8E5192902}" srcId="{F5BF6C64-1203-4345-A45D-46E597A2E873}" destId="{A289470C-CCDD-4784-BBA9-648BC0D4CB87}" srcOrd="2" destOrd="0" parTransId="{77240065-EA02-4CD3-9975-F601EE81C44F}" sibTransId="{47AABEE0-DCF7-4785-8076-CBB4221487EE}"/>
    <dgm:cxn modelId="{499AD58F-ADE3-4089-83C1-7214C21C08DA}" type="presOf" srcId="{07E3B75E-B124-44FB-B2D4-36232DBCF854}" destId="{CEC5198E-9EE2-4560-A752-D0F1E2F26EFD}" srcOrd="0" destOrd="0" presId="urn:microsoft.com/office/officeart/2008/layout/LinedList"/>
    <dgm:cxn modelId="{41B985C5-9E39-4740-8BD6-6C73229FD3D3}" type="presOf" srcId="{F5BF6C64-1203-4345-A45D-46E597A2E873}" destId="{2E0BAFEC-9D12-4B88-9E45-904A3A61F3B7}" srcOrd="0" destOrd="0" presId="urn:microsoft.com/office/officeart/2008/layout/LinedList"/>
    <dgm:cxn modelId="{708FEE19-0C7B-4CA2-8FCE-E3BB64276387}" type="presParOf" srcId="{2E0BAFEC-9D12-4B88-9E45-904A3A61F3B7}" destId="{7132C366-4D6B-4B98-B18C-A05ABD18E29C}" srcOrd="0" destOrd="0" presId="urn:microsoft.com/office/officeart/2008/layout/LinedList"/>
    <dgm:cxn modelId="{21B7E430-E876-4368-9B6A-ED136EC4A675}" type="presParOf" srcId="{2E0BAFEC-9D12-4B88-9E45-904A3A61F3B7}" destId="{4A3F0853-93C4-426D-9ABC-EE4D1907622C}" srcOrd="1" destOrd="0" presId="urn:microsoft.com/office/officeart/2008/layout/LinedList"/>
    <dgm:cxn modelId="{EADE0C5F-9849-43F5-BBB2-E1B34F248691}" type="presParOf" srcId="{4A3F0853-93C4-426D-9ABC-EE4D1907622C}" destId="{CEC5198E-9EE2-4560-A752-D0F1E2F26EFD}" srcOrd="0" destOrd="0" presId="urn:microsoft.com/office/officeart/2008/layout/LinedList"/>
    <dgm:cxn modelId="{997AA8D4-59C6-4851-82A9-3C561B6A69F4}" type="presParOf" srcId="{4A3F0853-93C4-426D-9ABC-EE4D1907622C}" destId="{FDA82A4F-F26C-47AB-A6E3-58437E01E4C8}" srcOrd="1" destOrd="0" presId="urn:microsoft.com/office/officeart/2008/layout/LinedList"/>
    <dgm:cxn modelId="{11CA583C-FE43-4479-84D0-7BA2C46F6D6E}" type="presParOf" srcId="{2E0BAFEC-9D12-4B88-9E45-904A3A61F3B7}" destId="{ECAAD15F-8ED3-496A-9A42-4C7D13897E5C}" srcOrd="2" destOrd="0" presId="urn:microsoft.com/office/officeart/2008/layout/LinedList"/>
    <dgm:cxn modelId="{3FA65EB8-39AD-4960-BA14-570F1718FC8E}" type="presParOf" srcId="{2E0BAFEC-9D12-4B88-9E45-904A3A61F3B7}" destId="{C4B0444F-0BD2-46F9-90BA-553449DCA207}" srcOrd="3" destOrd="0" presId="urn:microsoft.com/office/officeart/2008/layout/LinedList"/>
    <dgm:cxn modelId="{8F1AD3D5-09F8-4606-84C5-8147B8336DCE}" type="presParOf" srcId="{C4B0444F-0BD2-46F9-90BA-553449DCA207}" destId="{EF288BCE-AA03-4D23-84B2-B9FB9D7BAFAC}" srcOrd="0" destOrd="0" presId="urn:microsoft.com/office/officeart/2008/layout/LinedList"/>
    <dgm:cxn modelId="{E4271885-7505-41A1-8A5B-7FBD3912DE66}" type="presParOf" srcId="{C4B0444F-0BD2-46F9-90BA-553449DCA207}" destId="{29278427-EA30-4FD3-AA75-A0237D2A7491}" srcOrd="1" destOrd="0" presId="urn:microsoft.com/office/officeart/2008/layout/LinedList"/>
    <dgm:cxn modelId="{8D9F6257-8B0A-49C4-BBF5-AE0008433AB3}" type="presParOf" srcId="{2E0BAFEC-9D12-4B88-9E45-904A3A61F3B7}" destId="{D5E6FFE0-F6CE-4694-BC90-8111AA783BEA}" srcOrd="4" destOrd="0" presId="urn:microsoft.com/office/officeart/2008/layout/LinedList"/>
    <dgm:cxn modelId="{4AE1D4F6-D44E-4837-AD49-1DADC7FFAF1E}" type="presParOf" srcId="{2E0BAFEC-9D12-4B88-9E45-904A3A61F3B7}" destId="{16C964C1-9AF5-4750-9B9B-48DD5BF464FE}" srcOrd="5" destOrd="0" presId="urn:microsoft.com/office/officeart/2008/layout/LinedList"/>
    <dgm:cxn modelId="{867010D9-F2A6-4438-AA50-EF6770DB8B53}" type="presParOf" srcId="{16C964C1-9AF5-4750-9B9B-48DD5BF464FE}" destId="{7B3FB64A-3F71-4188-A650-649328E4C584}" srcOrd="0" destOrd="0" presId="urn:microsoft.com/office/officeart/2008/layout/LinedList"/>
    <dgm:cxn modelId="{54AD2574-F367-4092-B532-56135ACEDE15}" type="presParOf" srcId="{16C964C1-9AF5-4750-9B9B-48DD5BF464FE}" destId="{75CB8D5E-F573-4867-99C8-C28A455DD0F6}" srcOrd="1" destOrd="0" presId="urn:microsoft.com/office/officeart/2008/layout/LinedList"/>
    <dgm:cxn modelId="{6C8129BC-63EA-4B91-AE3B-23C82D8DCA35}" type="presParOf" srcId="{2E0BAFEC-9D12-4B88-9E45-904A3A61F3B7}" destId="{0446A23B-461D-4806-895D-5509CD46F87E}" srcOrd="6" destOrd="0" presId="urn:microsoft.com/office/officeart/2008/layout/LinedList"/>
    <dgm:cxn modelId="{BA3AC3F7-EF19-48E7-A89B-E2085CC70540}" type="presParOf" srcId="{2E0BAFEC-9D12-4B88-9E45-904A3A61F3B7}" destId="{C5489482-C3A0-414B-802D-4D760C26BEEC}" srcOrd="7" destOrd="0" presId="urn:microsoft.com/office/officeart/2008/layout/LinedList"/>
    <dgm:cxn modelId="{68BE0947-1D51-4326-A9F5-7091138E6043}" type="presParOf" srcId="{C5489482-C3A0-414B-802D-4D760C26BEEC}" destId="{4BCCC2BB-1117-462B-B06A-303B7CE8C915}" srcOrd="0" destOrd="0" presId="urn:microsoft.com/office/officeart/2008/layout/LinedList"/>
    <dgm:cxn modelId="{A9D98210-959C-40B9-8CD6-DF83ECEB6EFC}" type="presParOf" srcId="{C5489482-C3A0-414B-802D-4D760C26BEEC}" destId="{08A5ABB4-C1A6-4B15-92AF-87A8DDB737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14FBF7-A0E9-4B4F-B009-907AC667513D}" type="doc">
      <dgm:prSet loTypeId="urn:microsoft.com/office/officeart/2016/7/layout/VerticalSolidAction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17AF65-EC42-43C6-807E-C407AA1DD5A9}">
      <dgm:prSet phldr="0" custT="1"/>
      <dgm:spPr/>
      <dgm:t>
        <a:bodyPr/>
        <a:lstStyle/>
        <a:p>
          <a:r>
            <a:rPr lang="en-US" sz="3200">
              <a:latin typeface="Calibri Light" panose="020F0302020204030204"/>
            </a:rPr>
            <a:t>Create</a:t>
          </a:r>
          <a:endParaRPr lang="en-US" sz="3200"/>
        </a:p>
      </dgm:t>
    </dgm:pt>
    <dgm:pt modelId="{3F6C090D-668F-4FA8-AFF6-B307DEB4927D}" type="parTrans" cxnId="{D1099E28-7F49-40FF-8850-2F5D6F28B6BC}">
      <dgm:prSet/>
      <dgm:spPr/>
      <dgm:t>
        <a:bodyPr/>
        <a:lstStyle/>
        <a:p>
          <a:endParaRPr lang="en-US"/>
        </a:p>
      </dgm:t>
    </dgm:pt>
    <dgm:pt modelId="{ACBFA9BA-95F1-4D27-A7B4-A6EE3CF1BFD0}" type="sibTrans" cxnId="{D1099E28-7F49-40FF-8850-2F5D6F28B6BC}">
      <dgm:prSet/>
      <dgm:spPr/>
      <dgm:t>
        <a:bodyPr/>
        <a:lstStyle/>
        <a:p>
          <a:endParaRPr lang="en-US"/>
        </a:p>
      </dgm:t>
    </dgm:pt>
    <dgm:pt modelId="{94722014-DEFC-4934-8D53-7FA4C634EA25}">
      <dgm:prSet custT="1"/>
      <dgm:spPr/>
      <dgm:t>
        <a:bodyPr/>
        <a:lstStyle/>
        <a:p>
          <a:r>
            <a:rPr lang="en-US" sz="3200"/>
            <a:t> </a:t>
          </a:r>
          <a:r>
            <a:rPr lang="en-US" sz="3200">
              <a:solidFill>
                <a:schemeClr val="tx1"/>
              </a:solidFill>
            </a:rPr>
            <a:t>Create a simple calculator with GUI</a:t>
          </a:r>
        </a:p>
      </dgm:t>
    </dgm:pt>
    <dgm:pt modelId="{89363BB6-B321-423B-B431-DDEE13977DA8}" type="parTrans" cxnId="{78C61C26-DAC4-419E-80D6-BC3B34A84F14}">
      <dgm:prSet/>
      <dgm:spPr/>
      <dgm:t>
        <a:bodyPr/>
        <a:lstStyle/>
        <a:p>
          <a:endParaRPr lang="en-US"/>
        </a:p>
      </dgm:t>
    </dgm:pt>
    <dgm:pt modelId="{F5FBB8BA-7D8E-4CE6-AD8F-6C2B5C9BF626}" type="sibTrans" cxnId="{78C61C26-DAC4-419E-80D6-BC3B34A84F14}">
      <dgm:prSet/>
      <dgm:spPr/>
      <dgm:t>
        <a:bodyPr/>
        <a:lstStyle/>
        <a:p>
          <a:endParaRPr lang="en-US"/>
        </a:p>
      </dgm:t>
    </dgm:pt>
    <dgm:pt modelId="{2BE1FF66-539D-4A74-BEFD-A42444756E72}">
      <dgm:prSet custT="1"/>
      <dgm:spPr/>
      <dgm:t>
        <a:bodyPr/>
        <a:lstStyle/>
        <a:p>
          <a:r>
            <a:rPr lang="en-US" sz="3200"/>
            <a:t>Use</a:t>
          </a:r>
        </a:p>
      </dgm:t>
    </dgm:pt>
    <dgm:pt modelId="{52F72563-6A04-423A-8AC6-6AB9D50B1A50}" type="parTrans" cxnId="{67490AFA-5D1D-42BA-B2A7-8724E468FB25}">
      <dgm:prSet/>
      <dgm:spPr/>
      <dgm:t>
        <a:bodyPr/>
        <a:lstStyle/>
        <a:p>
          <a:endParaRPr lang="en-US"/>
        </a:p>
      </dgm:t>
    </dgm:pt>
    <dgm:pt modelId="{D6B0E7DC-4C36-4E54-9D86-B3F1EBA62D2B}" type="sibTrans" cxnId="{67490AFA-5D1D-42BA-B2A7-8724E468FB25}">
      <dgm:prSet/>
      <dgm:spPr/>
      <dgm:t>
        <a:bodyPr/>
        <a:lstStyle/>
        <a:p>
          <a:endParaRPr lang="en-US"/>
        </a:p>
      </dgm:t>
    </dgm:pt>
    <dgm:pt modelId="{7EA535B7-02BA-4FC3-8AD9-BEC76B2E4E83}">
      <dgm:prSet custT="1"/>
      <dgm:spPr/>
      <dgm:t>
        <a:bodyPr/>
        <a:lstStyle/>
        <a:p>
          <a:r>
            <a:rPr lang="en-US" sz="3200">
              <a:solidFill>
                <a:schemeClr val="tx1"/>
              </a:solidFill>
            </a:rPr>
            <a:t> Use </a:t>
          </a:r>
          <a:r>
            <a:rPr lang="en-US" sz="3200" err="1">
              <a:solidFill>
                <a:schemeClr val="tx1"/>
              </a:solidFill>
            </a:rPr>
            <a:t>Tkinter</a:t>
          </a:r>
          <a:r>
            <a:rPr lang="en-US" sz="3200">
              <a:solidFill>
                <a:schemeClr val="tx1"/>
              </a:solidFill>
            </a:rPr>
            <a:t> widgets (buttons, labels, entry fields)</a:t>
          </a:r>
        </a:p>
      </dgm:t>
    </dgm:pt>
    <dgm:pt modelId="{3035A5FB-DFFA-44D5-ABAD-45F7E0F94783}" type="parTrans" cxnId="{656412D1-E96A-479D-A978-1F1556385237}">
      <dgm:prSet/>
      <dgm:spPr/>
      <dgm:t>
        <a:bodyPr/>
        <a:lstStyle/>
        <a:p>
          <a:endParaRPr lang="en-US"/>
        </a:p>
      </dgm:t>
    </dgm:pt>
    <dgm:pt modelId="{FD4C85E5-AC26-46F6-88EF-9B4AD91E4E9F}" type="sibTrans" cxnId="{656412D1-E96A-479D-A978-1F1556385237}">
      <dgm:prSet/>
      <dgm:spPr/>
      <dgm:t>
        <a:bodyPr/>
        <a:lstStyle/>
        <a:p>
          <a:endParaRPr lang="en-US"/>
        </a:p>
      </dgm:t>
    </dgm:pt>
    <dgm:pt modelId="{DC28273C-D7ED-445D-82E9-752FB8CD0978}">
      <dgm:prSet custT="1"/>
      <dgm:spPr/>
      <dgm:t>
        <a:bodyPr/>
        <a:lstStyle/>
        <a:p>
          <a:r>
            <a:rPr lang="en-US" sz="3200"/>
            <a:t>Improve</a:t>
          </a:r>
        </a:p>
      </dgm:t>
    </dgm:pt>
    <dgm:pt modelId="{3B95DA17-510F-4E78-9CFD-AADABA26DB75}" type="parTrans" cxnId="{5322BA84-0BE8-49E7-AFD2-F9F78B95D019}">
      <dgm:prSet/>
      <dgm:spPr/>
      <dgm:t>
        <a:bodyPr/>
        <a:lstStyle/>
        <a:p>
          <a:endParaRPr lang="en-US"/>
        </a:p>
      </dgm:t>
    </dgm:pt>
    <dgm:pt modelId="{A0B4FCBA-07FD-41A1-B572-2EA6BDB172AB}" type="sibTrans" cxnId="{5322BA84-0BE8-49E7-AFD2-F9F78B95D019}">
      <dgm:prSet/>
      <dgm:spPr/>
      <dgm:t>
        <a:bodyPr/>
        <a:lstStyle/>
        <a:p>
          <a:endParaRPr lang="en-US"/>
        </a:p>
      </dgm:t>
    </dgm:pt>
    <dgm:pt modelId="{FE4F1285-0977-4B4F-9CF5-79413AAFCDBE}">
      <dgm:prSet custT="1"/>
      <dgm:spPr/>
      <dgm:t>
        <a:bodyPr/>
        <a:lstStyle/>
        <a:p>
          <a:r>
            <a:rPr lang="en-US" sz="3200">
              <a:solidFill>
                <a:schemeClr val="tx1"/>
              </a:solidFill>
            </a:rPr>
            <a:t> Improve usability and presentation</a:t>
          </a:r>
        </a:p>
      </dgm:t>
    </dgm:pt>
    <dgm:pt modelId="{06E880B7-585E-487E-997A-8DB5FE9A25CE}" type="parTrans" cxnId="{5A51926A-62EF-41D2-9038-742FC851EB27}">
      <dgm:prSet/>
      <dgm:spPr/>
      <dgm:t>
        <a:bodyPr/>
        <a:lstStyle/>
        <a:p>
          <a:endParaRPr lang="en-US"/>
        </a:p>
      </dgm:t>
    </dgm:pt>
    <dgm:pt modelId="{23A32AF6-8D36-4A13-90FB-479D8F729599}" type="sibTrans" cxnId="{5A51926A-62EF-41D2-9038-742FC851EB27}">
      <dgm:prSet/>
      <dgm:spPr/>
      <dgm:t>
        <a:bodyPr/>
        <a:lstStyle/>
        <a:p>
          <a:endParaRPr lang="en-US"/>
        </a:p>
      </dgm:t>
    </dgm:pt>
    <dgm:pt modelId="{DE909780-98E3-4ABC-BC78-B776C7053DC6}" type="pres">
      <dgm:prSet presAssocID="{8514FBF7-A0E9-4B4F-B009-907AC667513D}" presName="Name0" presStyleCnt="0">
        <dgm:presLayoutVars>
          <dgm:dir/>
          <dgm:animLvl val="lvl"/>
          <dgm:resizeHandles val="exact"/>
        </dgm:presLayoutVars>
      </dgm:prSet>
      <dgm:spPr/>
    </dgm:pt>
    <dgm:pt modelId="{82E9C6CC-50CC-460A-BEAB-125839D0C463}" type="pres">
      <dgm:prSet presAssocID="{ED17AF65-EC42-43C6-807E-C407AA1DD5A9}" presName="linNode" presStyleCnt="0"/>
      <dgm:spPr/>
    </dgm:pt>
    <dgm:pt modelId="{A7B9AAE9-8139-42FA-82A4-E53A013202F2}" type="pres">
      <dgm:prSet presAssocID="{ED17AF65-EC42-43C6-807E-C407AA1DD5A9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C967D08-A08E-4E36-B749-051C335219E1}" type="pres">
      <dgm:prSet presAssocID="{ED17AF65-EC42-43C6-807E-C407AA1DD5A9}" presName="descendantText" presStyleLbl="alignAccFollowNode1" presStyleIdx="0" presStyleCnt="3">
        <dgm:presLayoutVars>
          <dgm:bulletEnabled/>
        </dgm:presLayoutVars>
      </dgm:prSet>
      <dgm:spPr/>
    </dgm:pt>
    <dgm:pt modelId="{03F28712-7B44-4BDF-BB9E-05FCA3DB3055}" type="pres">
      <dgm:prSet presAssocID="{ACBFA9BA-95F1-4D27-A7B4-A6EE3CF1BFD0}" presName="sp" presStyleCnt="0"/>
      <dgm:spPr/>
    </dgm:pt>
    <dgm:pt modelId="{7FF70132-74EA-492E-A180-C97BFC3B10CC}" type="pres">
      <dgm:prSet presAssocID="{2BE1FF66-539D-4A74-BEFD-A42444756E72}" presName="linNode" presStyleCnt="0"/>
      <dgm:spPr/>
    </dgm:pt>
    <dgm:pt modelId="{3E5F69AA-2337-49CB-A6C2-CD1002C85275}" type="pres">
      <dgm:prSet presAssocID="{2BE1FF66-539D-4A74-BEFD-A42444756E72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85A05152-9F1F-4F10-BADF-3A7E6FCC32F8}" type="pres">
      <dgm:prSet presAssocID="{2BE1FF66-539D-4A74-BEFD-A42444756E72}" presName="descendantText" presStyleLbl="alignAccFollowNode1" presStyleIdx="1" presStyleCnt="3">
        <dgm:presLayoutVars>
          <dgm:bulletEnabled/>
        </dgm:presLayoutVars>
      </dgm:prSet>
      <dgm:spPr/>
    </dgm:pt>
    <dgm:pt modelId="{11D0934A-A446-4164-A548-80F025CFD92A}" type="pres">
      <dgm:prSet presAssocID="{D6B0E7DC-4C36-4E54-9D86-B3F1EBA62D2B}" presName="sp" presStyleCnt="0"/>
      <dgm:spPr/>
    </dgm:pt>
    <dgm:pt modelId="{E34E3A52-A817-4A53-8238-48A1D01232FC}" type="pres">
      <dgm:prSet presAssocID="{DC28273C-D7ED-445D-82E9-752FB8CD0978}" presName="linNode" presStyleCnt="0"/>
      <dgm:spPr/>
    </dgm:pt>
    <dgm:pt modelId="{1059B269-00F0-4B5B-BF15-F0C371F5B86E}" type="pres">
      <dgm:prSet presAssocID="{DC28273C-D7ED-445D-82E9-752FB8CD0978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AB814667-0218-4FB8-AEF2-AACA389969BD}" type="pres">
      <dgm:prSet presAssocID="{DC28273C-D7ED-445D-82E9-752FB8CD0978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1114A11E-6BF7-4A50-A275-24039E0E8425}" type="presOf" srcId="{FE4F1285-0977-4B4F-9CF5-79413AAFCDBE}" destId="{AB814667-0218-4FB8-AEF2-AACA389969BD}" srcOrd="0" destOrd="0" presId="urn:microsoft.com/office/officeart/2016/7/layout/VerticalSolidActionList"/>
    <dgm:cxn modelId="{0E43EF1E-E71A-4934-A342-6B9E0432A979}" type="presOf" srcId="{ED17AF65-EC42-43C6-807E-C407AA1DD5A9}" destId="{A7B9AAE9-8139-42FA-82A4-E53A013202F2}" srcOrd="0" destOrd="0" presId="urn:microsoft.com/office/officeart/2016/7/layout/VerticalSolidActionList"/>
    <dgm:cxn modelId="{78C61C26-DAC4-419E-80D6-BC3B34A84F14}" srcId="{ED17AF65-EC42-43C6-807E-C407AA1DD5A9}" destId="{94722014-DEFC-4934-8D53-7FA4C634EA25}" srcOrd="0" destOrd="0" parTransId="{89363BB6-B321-423B-B431-DDEE13977DA8}" sibTransId="{F5FBB8BA-7D8E-4CE6-AD8F-6C2B5C9BF626}"/>
    <dgm:cxn modelId="{D1099E28-7F49-40FF-8850-2F5D6F28B6BC}" srcId="{8514FBF7-A0E9-4B4F-B009-907AC667513D}" destId="{ED17AF65-EC42-43C6-807E-C407AA1DD5A9}" srcOrd="0" destOrd="0" parTransId="{3F6C090D-668F-4FA8-AFF6-B307DEB4927D}" sibTransId="{ACBFA9BA-95F1-4D27-A7B4-A6EE3CF1BFD0}"/>
    <dgm:cxn modelId="{86159636-7A3D-4791-B4AE-7575D73A5E04}" type="presOf" srcId="{7EA535B7-02BA-4FC3-8AD9-BEC76B2E4E83}" destId="{85A05152-9F1F-4F10-BADF-3A7E6FCC32F8}" srcOrd="0" destOrd="0" presId="urn:microsoft.com/office/officeart/2016/7/layout/VerticalSolidActionList"/>
    <dgm:cxn modelId="{0E3E255D-378A-42DC-AF60-B2F332D7722E}" type="presOf" srcId="{94722014-DEFC-4934-8D53-7FA4C634EA25}" destId="{AC967D08-A08E-4E36-B749-051C335219E1}" srcOrd="0" destOrd="0" presId="urn:microsoft.com/office/officeart/2016/7/layout/VerticalSolidActionList"/>
    <dgm:cxn modelId="{5A51926A-62EF-41D2-9038-742FC851EB27}" srcId="{DC28273C-D7ED-445D-82E9-752FB8CD0978}" destId="{FE4F1285-0977-4B4F-9CF5-79413AAFCDBE}" srcOrd="0" destOrd="0" parTransId="{06E880B7-585E-487E-997A-8DB5FE9A25CE}" sibTransId="{23A32AF6-8D36-4A13-90FB-479D8F729599}"/>
    <dgm:cxn modelId="{4B5D1881-46E9-47A2-AE6A-EE4C161CB4E5}" type="presOf" srcId="{DC28273C-D7ED-445D-82E9-752FB8CD0978}" destId="{1059B269-00F0-4B5B-BF15-F0C371F5B86E}" srcOrd="0" destOrd="0" presId="urn:microsoft.com/office/officeart/2016/7/layout/VerticalSolidActionList"/>
    <dgm:cxn modelId="{5322BA84-0BE8-49E7-AFD2-F9F78B95D019}" srcId="{8514FBF7-A0E9-4B4F-B009-907AC667513D}" destId="{DC28273C-D7ED-445D-82E9-752FB8CD0978}" srcOrd="2" destOrd="0" parTransId="{3B95DA17-510F-4E78-9CFD-AADABA26DB75}" sibTransId="{A0B4FCBA-07FD-41A1-B572-2EA6BDB172AB}"/>
    <dgm:cxn modelId="{3CA9F6AE-6DB1-49E8-81CE-EA2B5EE2CFF7}" type="presOf" srcId="{2BE1FF66-539D-4A74-BEFD-A42444756E72}" destId="{3E5F69AA-2337-49CB-A6C2-CD1002C85275}" srcOrd="0" destOrd="0" presId="urn:microsoft.com/office/officeart/2016/7/layout/VerticalSolidActionList"/>
    <dgm:cxn modelId="{43CF69B6-E73E-4708-80FE-9F1942CEA3D2}" type="presOf" srcId="{8514FBF7-A0E9-4B4F-B009-907AC667513D}" destId="{DE909780-98E3-4ABC-BC78-B776C7053DC6}" srcOrd="0" destOrd="0" presId="urn:microsoft.com/office/officeart/2016/7/layout/VerticalSolidActionList"/>
    <dgm:cxn modelId="{656412D1-E96A-479D-A978-1F1556385237}" srcId="{2BE1FF66-539D-4A74-BEFD-A42444756E72}" destId="{7EA535B7-02BA-4FC3-8AD9-BEC76B2E4E83}" srcOrd="0" destOrd="0" parTransId="{3035A5FB-DFFA-44D5-ABAD-45F7E0F94783}" sibTransId="{FD4C85E5-AC26-46F6-88EF-9B4AD91E4E9F}"/>
    <dgm:cxn modelId="{67490AFA-5D1D-42BA-B2A7-8724E468FB25}" srcId="{8514FBF7-A0E9-4B4F-B009-907AC667513D}" destId="{2BE1FF66-539D-4A74-BEFD-A42444756E72}" srcOrd="1" destOrd="0" parTransId="{52F72563-6A04-423A-8AC6-6AB9D50B1A50}" sibTransId="{D6B0E7DC-4C36-4E54-9D86-B3F1EBA62D2B}"/>
    <dgm:cxn modelId="{72B737AE-CEB8-4123-96D3-6B9386CB3A4D}" type="presParOf" srcId="{DE909780-98E3-4ABC-BC78-B776C7053DC6}" destId="{82E9C6CC-50CC-460A-BEAB-125839D0C463}" srcOrd="0" destOrd="0" presId="urn:microsoft.com/office/officeart/2016/7/layout/VerticalSolidActionList"/>
    <dgm:cxn modelId="{AD6FF675-FD17-41EA-B66B-888C538B669B}" type="presParOf" srcId="{82E9C6CC-50CC-460A-BEAB-125839D0C463}" destId="{A7B9AAE9-8139-42FA-82A4-E53A013202F2}" srcOrd="0" destOrd="0" presId="urn:microsoft.com/office/officeart/2016/7/layout/VerticalSolidActionList"/>
    <dgm:cxn modelId="{2D256495-83B3-4AA6-8ED8-1B0A6938BF93}" type="presParOf" srcId="{82E9C6CC-50CC-460A-BEAB-125839D0C463}" destId="{AC967D08-A08E-4E36-B749-051C335219E1}" srcOrd="1" destOrd="0" presId="urn:microsoft.com/office/officeart/2016/7/layout/VerticalSolidActionList"/>
    <dgm:cxn modelId="{134A1AE9-97B6-4190-B17D-5973EDE64569}" type="presParOf" srcId="{DE909780-98E3-4ABC-BC78-B776C7053DC6}" destId="{03F28712-7B44-4BDF-BB9E-05FCA3DB3055}" srcOrd="1" destOrd="0" presId="urn:microsoft.com/office/officeart/2016/7/layout/VerticalSolidActionList"/>
    <dgm:cxn modelId="{A8D7B222-DC92-4E9B-AA6A-823D4DDA3560}" type="presParOf" srcId="{DE909780-98E3-4ABC-BC78-B776C7053DC6}" destId="{7FF70132-74EA-492E-A180-C97BFC3B10CC}" srcOrd="2" destOrd="0" presId="urn:microsoft.com/office/officeart/2016/7/layout/VerticalSolidActionList"/>
    <dgm:cxn modelId="{247FD2AB-5EDD-4048-BAE6-C9B4DDCA6C2C}" type="presParOf" srcId="{7FF70132-74EA-492E-A180-C97BFC3B10CC}" destId="{3E5F69AA-2337-49CB-A6C2-CD1002C85275}" srcOrd="0" destOrd="0" presId="urn:microsoft.com/office/officeart/2016/7/layout/VerticalSolidActionList"/>
    <dgm:cxn modelId="{E9FDD3CD-4022-4662-A0BB-078F482D0A9B}" type="presParOf" srcId="{7FF70132-74EA-492E-A180-C97BFC3B10CC}" destId="{85A05152-9F1F-4F10-BADF-3A7E6FCC32F8}" srcOrd="1" destOrd="0" presId="urn:microsoft.com/office/officeart/2016/7/layout/VerticalSolidActionList"/>
    <dgm:cxn modelId="{B44144DD-38AE-4482-BDC2-5E2F12D71C34}" type="presParOf" srcId="{DE909780-98E3-4ABC-BC78-B776C7053DC6}" destId="{11D0934A-A446-4164-A548-80F025CFD92A}" srcOrd="3" destOrd="0" presId="urn:microsoft.com/office/officeart/2016/7/layout/VerticalSolidActionList"/>
    <dgm:cxn modelId="{E91E7720-9D92-4840-BB56-731F270FCA23}" type="presParOf" srcId="{DE909780-98E3-4ABC-BC78-B776C7053DC6}" destId="{E34E3A52-A817-4A53-8238-48A1D01232FC}" srcOrd="4" destOrd="0" presId="urn:microsoft.com/office/officeart/2016/7/layout/VerticalSolidActionList"/>
    <dgm:cxn modelId="{4E884BCE-B748-4B00-BCEF-3F0E975E046F}" type="presParOf" srcId="{E34E3A52-A817-4A53-8238-48A1D01232FC}" destId="{1059B269-00F0-4B5B-BF15-F0C371F5B86E}" srcOrd="0" destOrd="0" presId="urn:microsoft.com/office/officeart/2016/7/layout/VerticalSolidActionList"/>
    <dgm:cxn modelId="{1BB1B067-D99E-4C01-AD62-A10936A83C7C}" type="presParOf" srcId="{E34E3A52-A817-4A53-8238-48A1D01232FC}" destId="{AB814667-0218-4FB8-AEF2-AACA389969B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6ACF0E-5AFD-427D-B2BD-C0C4AE4F4DD6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045D999-F9FD-4496-9852-9353763065EB}">
      <dgm:prSet/>
      <dgm:spPr/>
      <dgm:t>
        <a:bodyPr/>
        <a:lstStyle/>
        <a:p>
          <a:r>
            <a:rPr lang="en-US"/>
            <a:t>Easy to use</a:t>
          </a:r>
        </a:p>
      </dgm:t>
    </dgm:pt>
    <dgm:pt modelId="{C2526FEA-1DDE-4546-8E68-335AF0140AB1}" type="parTrans" cxnId="{8A9735F6-A721-48BE-97C3-55EF133FE004}">
      <dgm:prSet/>
      <dgm:spPr/>
      <dgm:t>
        <a:bodyPr/>
        <a:lstStyle/>
        <a:p>
          <a:endParaRPr lang="en-US"/>
        </a:p>
      </dgm:t>
    </dgm:pt>
    <dgm:pt modelId="{9DA26E46-BBA4-4BE0-935F-184C3D5AFC5A}" type="sibTrans" cxnId="{8A9735F6-A721-48BE-97C3-55EF133FE004}">
      <dgm:prSet/>
      <dgm:spPr/>
      <dgm:t>
        <a:bodyPr/>
        <a:lstStyle/>
        <a:p>
          <a:endParaRPr lang="en-US"/>
        </a:p>
      </dgm:t>
    </dgm:pt>
    <dgm:pt modelId="{72343EC4-6820-4F94-9103-CEEE57D9D1E4}">
      <dgm:prSet/>
      <dgm:spPr/>
      <dgm:t>
        <a:bodyPr/>
        <a:lstStyle/>
        <a:p>
          <a:r>
            <a:rPr lang="en-US"/>
            <a:t>Clear presentation</a:t>
          </a:r>
        </a:p>
      </dgm:t>
    </dgm:pt>
    <dgm:pt modelId="{7890435D-74F6-4A96-A06C-381FAC9E03A1}" type="parTrans" cxnId="{A374D1B3-33DB-407A-ADA2-D9FC2554B139}">
      <dgm:prSet/>
      <dgm:spPr/>
      <dgm:t>
        <a:bodyPr/>
        <a:lstStyle/>
        <a:p>
          <a:endParaRPr lang="en-US"/>
        </a:p>
      </dgm:t>
    </dgm:pt>
    <dgm:pt modelId="{26FF7E31-4E30-4164-9E90-E9FABECDB2EC}" type="sibTrans" cxnId="{A374D1B3-33DB-407A-ADA2-D9FC2554B139}">
      <dgm:prSet/>
      <dgm:spPr/>
      <dgm:t>
        <a:bodyPr/>
        <a:lstStyle/>
        <a:p>
          <a:endParaRPr lang="en-US"/>
        </a:p>
      </dgm:t>
    </dgm:pt>
    <dgm:pt modelId="{A7EEFCA6-AA28-48F1-B40B-2C4D7DE33577}">
      <dgm:prSet/>
      <dgm:spPr/>
      <dgm:t>
        <a:bodyPr/>
        <a:lstStyle/>
        <a:p>
          <a:pPr rtl="0"/>
          <a:r>
            <a:rPr lang="en-US"/>
            <a:t>Reusable for future projects</a:t>
          </a:r>
          <a:endParaRPr lang="en-US">
            <a:latin typeface="Calibri Light" panose="020F0302020204030204"/>
          </a:endParaRPr>
        </a:p>
      </dgm:t>
    </dgm:pt>
    <dgm:pt modelId="{77C4B70C-7716-4B39-AA5B-75145A47C3D8}" type="parTrans" cxnId="{1AE3E195-94ED-44F2-BDA1-190D7E60D3DA}">
      <dgm:prSet/>
      <dgm:spPr/>
      <dgm:t>
        <a:bodyPr/>
        <a:lstStyle/>
        <a:p>
          <a:endParaRPr lang="en-US"/>
        </a:p>
      </dgm:t>
    </dgm:pt>
    <dgm:pt modelId="{18863249-1BD3-4931-A334-38005CF58994}" type="sibTrans" cxnId="{1AE3E195-94ED-44F2-BDA1-190D7E60D3DA}">
      <dgm:prSet/>
      <dgm:spPr/>
      <dgm:t>
        <a:bodyPr/>
        <a:lstStyle/>
        <a:p>
          <a:endParaRPr lang="en-US"/>
        </a:p>
      </dgm:t>
    </dgm:pt>
    <dgm:pt modelId="{7025ED66-47DD-4EE2-9D5A-4591B1CD7CC7}">
      <dgm:prSet phldr="0"/>
      <dgm:spPr/>
      <dgm:t>
        <a:bodyPr/>
        <a:lstStyle/>
        <a:p>
          <a:r>
            <a:rPr lang="en-US"/>
            <a:t>Foundation for advanced applications</a:t>
          </a:r>
        </a:p>
      </dgm:t>
    </dgm:pt>
    <dgm:pt modelId="{2008C7AA-C2A0-48CB-8E7A-50A1D3DFB78E}" type="parTrans" cxnId="{451E3E10-0FAE-44BB-BE36-DA56EE002D2B}">
      <dgm:prSet/>
      <dgm:spPr/>
    </dgm:pt>
    <dgm:pt modelId="{A4F66D9B-FB91-4631-A778-28BB2C577A01}" type="sibTrans" cxnId="{451E3E10-0FAE-44BB-BE36-DA56EE002D2B}">
      <dgm:prSet/>
      <dgm:spPr/>
    </dgm:pt>
    <dgm:pt modelId="{E27D5FC1-748A-4291-9CA8-2CADC40FD833}" type="pres">
      <dgm:prSet presAssocID="{6A6ACF0E-5AFD-427D-B2BD-C0C4AE4F4DD6}" presName="vert0" presStyleCnt="0">
        <dgm:presLayoutVars>
          <dgm:dir/>
          <dgm:animOne val="branch"/>
          <dgm:animLvl val="lvl"/>
        </dgm:presLayoutVars>
      </dgm:prSet>
      <dgm:spPr/>
    </dgm:pt>
    <dgm:pt modelId="{0032BCD5-B101-44A6-AB75-DE272D597722}" type="pres">
      <dgm:prSet presAssocID="{7045D999-F9FD-4496-9852-9353763065EB}" presName="thickLine" presStyleLbl="alignNode1" presStyleIdx="0" presStyleCnt="4"/>
      <dgm:spPr/>
    </dgm:pt>
    <dgm:pt modelId="{4E5E4329-1980-4B01-860A-B3CE37D9D371}" type="pres">
      <dgm:prSet presAssocID="{7045D999-F9FD-4496-9852-9353763065EB}" presName="horz1" presStyleCnt="0"/>
      <dgm:spPr/>
    </dgm:pt>
    <dgm:pt modelId="{B938030F-BCF2-4E13-B33B-E3421665EC93}" type="pres">
      <dgm:prSet presAssocID="{7045D999-F9FD-4496-9852-9353763065EB}" presName="tx1" presStyleLbl="revTx" presStyleIdx="0" presStyleCnt="4"/>
      <dgm:spPr/>
    </dgm:pt>
    <dgm:pt modelId="{E8D075FD-9B62-4440-83FE-1E10886060AB}" type="pres">
      <dgm:prSet presAssocID="{7045D999-F9FD-4496-9852-9353763065EB}" presName="vert1" presStyleCnt="0"/>
      <dgm:spPr/>
    </dgm:pt>
    <dgm:pt modelId="{4572FAC9-21D3-4C97-ACCB-30E182AE278F}" type="pres">
      <dgm:prSet presAssocID="{72343EC4-6820-4F94-9103-CEEE57D9D1E4}" presName="thickLine" presStyleLbl="alignNode1" presStyleIdx="1" presStyleCnt="4"/>
      <dgm:spPr/>
    </dgm:pt>
    <dgm:pt modelId="{4AA01FEC-4C65-40C1-BDD8-E622378CC93D}" type="pres">
      <dgm:prSet presAssocID="{72343EC4-6820-4F94-9103-CEEE57D9D1E4}" presName="horz1" presStyleCnt="0"/>
      <dgm:spPr/>
    </dgm:pt>
    <dgm:pt modelId="{6BDE2240-1D3C-4CD0-9E27-3CE2CB8E7410}" type="pres">
      <dgm:prSet presAssocID="{72343EC4-6820-4F94-9103-CEEE57D9D1E4}" presName="tx1" presStyleLbl="revTx" presStyleIdx="1" presStyleCnt="4"/>
      <dgm:spPr/>
    </dgm:pt>
    <dgm:pt modelId="{B336B5BB-7E4D-48DF-9A93-350841209853}" type="pres">
      <dgm:prSet presAssocID="{72343EC4-6820-4F94-9103-CEEE57D9D1E4}" presName="vert1" presStyleCnt="0"/>
      <dgm:spPr/>
    </dgm:pt>
    <dgm:pt modelId="{9F250A11-BF39-43D7-A301-43F7A21C154C}" type="pres">
      <dgm:prSet presAssocID="{A7EEFCA6-AA28-48F1-B40B-2C4D7DE33577}" presName="thickLine" presStyleLbl="alignNode1" presStyleIdx="2" presStyleCnt="4"/>
      <dgm:spPr/>
    </dgm:pt>
    <dgm:pt modelId="{B7D2BC33-E7D3-4F9E-9D84-2C546C32CC1B}" type="pres">
      <dgm:prSet presAssocID="{A7EEFCA6-AA28-48F1-B40B-2C4D7DE33577}" presName="horz1" presStyleCnt="0"/>
      <dgm:spPr/>
    </dgm:pt>
    <dgm:pt modelId="{F1ED66AA-2169-4CBF-A94E-D6113910988B}" type="pres">
      <dgm:prSet presAssocID="{A7EEFCA6-AA28-48F1-B40B-2C4D7DE33577}" presName="tx1" presStyleLbl="revTx" presStyleIdx="2" presStyleCnt="4"/>
      <dgm:spPr/>
    </dgm:pt>
    <dgm:pt modelId="{435D06B7-9832-414B-82BF-C61EF2FB07F5}" type="pres">
      <dgm:prSet presAssocID="{A7EEFCA6-AA28-48F1-B40B-2C4D7DE33577}" presName="vert1" presStyleCnt="0"/>
      <dgm:spPr/>
    </dgm:pt>
    <dgm:pt modelId="{7DEB137D-F4C7-4D87-AE8E-27B29859903D}" type="pres">
      <dgm:prSet presAssocID="{7025ED66-47DD-4EE2-9D5A-4591B1CD7CC7}" presName="thickLine" presStyleLbl="alignNode1" presStyleIdx="3" presStyleCnt="4"/>
      <dgm:spPr/>
    </dgm:pt>
    <dgm:pt modelId="{90BE27C4-388D-444F-A0F5-8B7873BFD878}" type="pres">
      <dgm:prSet presAssocID="{7025ED66-47DD-4EE2-9D5A-4591B1CD7CC7}" presName="horz1" presStyleCnt="0"/>
      <dgm:spPr/>
    </dgm:pt>
    <dgm:pt modelId="{8C7E174F-F546-4E4C-B425-01492F24C790}" type="pres">
      <dgm:prSet presAssocID="{7025ED66-47DD-4EE2-9D5A-4591B1CD7CC7}" presName="tx1" presStyleLbl="revTx" presStyleIdx="3" presStyleCnt="4"/>
      <dgm:spPr/>
    </dgm:pt>
    <dgm:pt modelId="{E56DE746-C170-4B85-8BD7-CE6C679DF200}" type="pres">
      <dgm:prSet presAssocID="{7025ED66-47DD-4EE2-9D5A-4591B1CD7CC7}" presName="vert1" presStyleCnt="0"/>
      <dgm:spPr/>
    </dgm:pt>
  </dgm:ptLst>
  <dgm:cxnLst>
    <dgm:cxn modelId="{451E3E10-0FAE-44BB-BE36-DA56EE002D2B}" srcId="{6A6ACF0E-5AFD-427D-B2BD-C0C4AE4F4DD6}" destId="{7025ED66-47DD-4EE2-9D5A-4591B1CD7CC7}" srcOrd="3" destOrd="0" parTransId="{2008C7AA-C2A0-48CB-8E7A-50A1D3DFB78E}" sibTransId="{A4F66D9B-FB91-4631-A778-28BB2C577A01}"/>
    <dgm:cxn modelId="{DD7D7C1C-279F-413B-ABBD-EB09868A9902}" type="presOf" srcId="{7045D999-F9FD-4496-9852-9353763065EB}" destId="{B938030F-BCF2-4E13-B33B-E3421665EC93}" srcOrd="0" destOrd="0" presId="urn:microsoft.com/office/officeart/2008/layout/LinedList"/>
    <dgm:cxn modelId="{AF2C454B-4997-4500-BDF5-B65F0A769E02}" type="presOf" srcId="{A7EEFCA6-AA28-48F1-B40B-2C4D7DE33577}" destId="{F1ED66AA-2169-4CBF-A94E-D6113910988B}" srcOrd="0" destOrd="0" presId="urn:microsoft.com/office/officeart/2008/layout/LinedList"/>
    <dgm:cxn modelId="{E5AC567A-3C12-4825-9B27-C71155863406}" type="presOf" srcId="{72343EC4-6820-4F94-9103-CEEE57D9D1E4}" destId="{6BDE2240-1D3C-4CD0-9E27-3CE2CB8E7410}" srcOrd="0" destOrd="0" presId="urn:microsoft.com/office/officeart/2008/layout/LinedList"/>
    <dgm:cxn modelId="{1AE3E195-94ED-44F2-BDA1-190D7E60D3DA}" srcId="{6A6ACF0E-5AFD-427D-B2BD-C0C4AE4F4DD6}" destId="{A7EEFCA6-AA28-48F1-B40B-2C4D7DE33577}" srcOrd="2" destOrd="0" parTransId="{77C4B70C-7716-4B39-AA5B-75145A47C3D8}" sibTransId="{18863249-1BD3-4931-A334-38005CF58994}"/>
    <dgm:cxn modelId="{A374D1B3-33DB-407A-ADA2-D9FC2554B139}" srcId="{6A6ACF0E-5AFD-427D-B2BD-C0C4AE4F4DD6}" destId="{72343EC4-6820-4F94-9103-CEEE57D9D1E4}" srcOrd="1" destOrd="0" parTransId="{7890435D-74F6-4A96-A06C-381FAC9E03A1}" sibTransId="{26FF7E31-4E30-4164-9E90-E9FABECDB2EC}"/>
    <dgm:cxn modelId="{3C7F49D1-9A09-4EA2-95D8-938568B515FA}" type="presOf" srcId="{7025ED66-47DD-4EE2-9D5A-4591B1CD7CC7}" destId="{8C7E174F-F546-4E4C-B425-01492F24C790}" srcOrd="0" destOrd="0" presId="urn:microsoft.com/office/officeart/2008/layout/LinedList"/>
    <dgm:cxn modelId="{A3C8C6D8-48DE-4E56-86C6-7317E22380B2}" type="presOf" srcId="{6A6ACF0E-5AFD-427D-B2BD-C0C4AE4F4DD6}" destId="{E27D5FC1-748A-4291-9CA8-2CADC40FD833}" srcOrd="0" destOrd="0" presId="urn:microsoft.com/office/officeart/2008/layout/LinedList"/>
    <dgm:cxn modelId="{8A9735F6-A721-48BE-97C3-55EF133FE004}" srcId="{6A6ACF0E-5AFD-427D-B2BD-C0C4AE4F4DD6}" destId="{7045D999-F9FD-4496-9852-9353763065EB}" srcOrd="0" destOrd="0" parTransId="{C2526FEA-1DDE-4546-8E68-335AF0140AB1}" sibTransId="{9DA26E46-BBA4-4BE0-935F-184C3D5AFC5A}"/>
    <dgm:cxn modelId="{2991C6F4-5445-42D4-9577-EBAF0E5CF5A6}" type="presParOf" srcId="{E27D5FC1-748A-4291-9CA8-2CADC40FD833}" destId="{0032BCD5-B101-44A6-AB75-DE272D597722}" srcOrd="0" destOrd="0" presId="urn:microsoft.com/office/officeart/2008/layout/LinedList"/>
    <dgm:cxn modelId="{A03155F4-FD0F-4140-927D-6129E5C1AFF7}" type="presParOf" srcId="{E27D5FC1-748A-4291-9CA8-2CADC40FD833}" destId="{4E5E4329-1980-4B01-860A-B3CE37D9D371}" srcOrd="1" destOrd="0" presId="urn:microsoft.com/office/officeart/2008/layout/LinedList"/>
    <dgm:cxn modelId="{C648662A-C039-46AF-9CEB-A8D6DE7FDFCF}" type="presParOf" srcId="{4E5E4329-1980-4B01-860A-B3CE37D9D371}" destId="{B938030F-BCF2-4E13-B33B-E3421665EC93}" srcOrd="0" destOrd="0" presId="urn:microsoft.com/office/officeart/2008/layout/LinedList"/>
    <dgm:cxn modelId="{68E46C1D-E159-4A9C-8417-1D7B7F79B865}" type="presParOf" srcId="{4E5E4329-1980-4B01-860A-B3CE37D9D371}" destId="{E8D075FD-9B62-4440-83FE-1E10886060AB}" srcOrd="1" destOrd="0" presId="urn:microsoft.com/office/officeart/2008/layout/LinedList"/>
    <dgm:cxn modelId="{97396BFA-1D65-4585-AB9B-0B4CCD518CA5}" type="presParOf" srcId="{E27D5FC1-748A-4291-9CA8-2CADC40FD833}" destId="{4572FAC9-21D3-4C97-ACCB-30E182AE278F}" srcOrd="2" destOrd="0" presId="urn:microsoft.com/office/officeart/2008/layout/LinedList"/>
    <dgm:cxn modelId="{BFE025AD-883F-4742-8ECE-30CDB215AA8F}" type="presParOf" srcId="{E27D5FC1-748A-4291-9CA8-2CADC40FD833}" destId="{4AA01FEC-4C65-40C1-BDD8-E622378CC93D}" srcOrd="3" destOrd="0" presId="urn:microsoft.com/office/officeart/2008/layout/LinedList"/>
    <dgm:cxn modelId="{DC933A55-DC2D-4D1A-9581-F2ADD924B8A0}" type="presParOf" srcId="{4AA01FEC-4C65-40C1-BDD8-E622378CC93D}" destId="{6BDE2240-1D3C-4CD0-9E27-3CE2CB8E7410}" srcOrd="0" destOrd="0" presId="urn:microsoft.com/office/officeart/2008/layout/LinedList"/>
    <dgm:cxn modelId="{B6690EA3-D340-40E8-BB67-A36D8D7F0301}" type="presParOf" srcId="{4AA01FEC-4C65-40C1-BDD8-E622378CC93D}" destId="{B336B5BB-7E4D-48DF-9A93-350841209853}" srcOrd="1" destOrd="0" presId="urn:microsoft.com/office/officeart/2008/layout/LinedList"/>
    <dgm:cxn modelId="{87C737FF-71A2-4134-BB54-5D27DC0B4AB6}" type="presParOf" srcId="{E27D5FC1-748A-4291-9CA8-2CADC40FD833}" destId="{9F250A11-BF39-43D7-A301-43F7A21C154C}" srcOrd="4" destOrd="0" presId="urn:microsoft.com/office/officeart/2008/layout/LinedList"/>
    <dgm:cxn modelId="{F6EA4280-D36B-4B0E-8AD9-8371D598F339}" type="presParOf" srcId="{E27D5FC1-748A-4291-9CA8-2CADC40FD833}" destId="{B7D2BC33-E7D3-4F9E-9D84-2C546C32CC1B}" srcOrd="5" destOrd="0" presId="urn:microsoft.com/office/officeart/2008/layout/LinedList"/>
    <dgm:cxn modelId="{6292564D-9050-403E-803E-0D529F8E7175}" type="presParOf" srcId="{B7D2BC33-E7D3-4F9E-9D84-2C546C32CC1B}" destId="{F1ED66AA-2169-4CBF-A94E-D6113910988B}" srcOrd="0" destOrd="0" presId="urn:microsoft.com/office/officeart/2008/layout/LinedList"/>
    <dgm:cxn modelId="{5AA5C6D7-D410-434C-90F4-5CA2B459D301}" type="presParOf" srcId="{B7D2BC33-E7D3-4F9E-9D84-2C546C32CC1B}" destId="{435D06B7-9832-414B-82BF-C61EF2FB07F5}" srcOrd="1" destOrd="0" presId="urn:microsoft.com/office/officeart/2008/layout/LinedList"/>
    <dgm:cxn modelId="{539B3610-3E78-4138-AF2D-1FB22CD8CE53}" type="presParOf" srcId="{E27D5FC1-748A-4291-9CA8-2CADC40FD833}" destId="{7DEB137D-F4C7-4D87-AE8E-27B29859903D}" srcOrd="6" destOrd="0" presId="urn:microsoft.com/office/officeart/2008/layout/LinedList"/>
    <dgm:cxn modelId="{6B3DEF4D-6C64-4E57-957C-03592C30397E}" type="presParOf" srcId="{E27D5FC1-748A-4291-9CA8-2CADC40FD833}" destId="{90BE27C4-388D-444F-A0F5-8B7873BFD878}" srcOrd="7" destOrd="0" presId="urn:microsoft.com/office/officeart/2008/layout/LinedList"/>
    <dgm:cxn modelId="{305F1487-A146-42A2-95B1-F4F5075305E8}" type="presParOf" srcId="{90BE27C4-388D-444F-A0F5-8B7873BFD878}" destId="{8C7E174F-F546-4E4C-B425-01492F24C790}" srcOrd="0" destOrd="0" presId="urn:microsoft.com/office/officeart/2008/layout/LinedList"/>
    <dgm:cxn modelId="{8D6287C4-BF84-4395-B596-F0DEEA314687}" type="presParOf" srcId="{90BE27C4-388D-444F-A0F5-8B7873BFD878}" destId="{E56DE746-C170-4B85-8BD7-CE6C679DF2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C2E88B-3EBB-4D1D-882F-79889D022226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BCB8DE-066C-4D90-8ABF-AD82D22D0A5D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800">
              <a:solidFill>
                <a:srgbClr val="FFFFFF"/>
              </a:solidFill>
              <a:latin typeface="Calibri Light" panose="020F0302020204030204"/>
              <a:ea typeface="+mn-ea"/>
              <a:cs typeface="+mn-cs"/>
            </a:rPr>
            <a:t>Thinter makes</a:t>
          </a:r>
          <a:r>
            <a:rPr lang="en-US" sz="2800">
              <a:solidFill>
                <a:srgbClr val="FFFFFF"/>
              </a:solidFill>
              <a:ea typeface="+mn-ea"/>
              <a:cs typeface="+mn-cs"/>
            </a:rPr>
            <a:t> Python programs interactive</a:t>
          </a:r>
        </a:p>
      </dgm:t>
    </dgm:pt>
    <dgm:pt modelId="{9339FC3F-7AE1-4B93-B514-307F9EDC447D}" type="parTrans" cxnId="{AD5F88E2-8511-472D-A485-13AC4BC34250}">
      <dgm:prSet/>
      <dgm:spPr/>
      <dgm:t>
        <a:bodyPr/>
        <a:lstStyle/>
        <a:p>
          <a:endParaRPr lang="en-US"/>
        </a:p>
      </dgm:t>
    </dgm:pt>
    <dgm:pt modelId="{4C9912A7-9D99-47B3-A7DA-F56D82683716}" type="sibTrans" cxnId="{AD5F88E2-8511-472D-A485-13AC4BC34250}">
      <dgm:prSet/>
      <dgm:spPr/>
      <dgm:t>
        <a:bodyPr/>
        <a:lstStyle/>
        <a:p>
          <a:endParaRPr lang="en-US"/>
        </a:p>
      </dgm:t>
    </dgm:pt>
    <dgm:pt modelId="{EB26374B-E225-430C-904A-F8AE10B42C58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800">
              <a:solidFill>
                <a:srgbClr val="FFFFFF"/>
              </a:solidFill>
              <a:ea typeface="+mn-ea"/>
              <a:cs typeface="+mn-cs"/>
            </a:rPr>
            <a:t>GUI enhances usability and presentation</a:t>
          </a:r>
          <a:endParaRPr lang="en-US" sz="2800">
            <a:solidFill>
              <a:srgbClr val="FFFFFF"/>
            </a:solidFill>
            <a:latin typeface="Calibri Light" panose="020F0302020204030204"/>
            <a:ea typeface="+mn-ea"/>
            <a:cs typeface="+mn-cs"/>
          </a:endParaRPr>
        </a:p>
      </dgm:t>
    </dgm:pt>
    <dgm:pt modelId="{3E5DE056-1E75-4C6C-97E8-E0B92EC34A2B}" type="parTrans" cxnId="{EC093937-C75E-4379-874E-35D8921CE2EE}">
      <dgm:prSet/>
      <dgm:spPr/>
      <dgm:t>
        <a:bodyPr/>
        <a:lstStyle/>
        <a:p>
          <a:endParaRPr lang="en-US"/>
        </a:p>
      </dgm:t>
    </dgm:pt>
    <dgm:pt modelId="{E6057054-2BF4-4880-BC2C-190642116936}" type="sibTrans" cxnId="{EC093937-C75E-4379-874E-35D8921CE2EE}">
      <dgm:prSet/>
      <dgm:spPr/>
      <dgm:t>
        <a:bodyPr/>
        <a:lstStyle/>
        <a:p>
          <a:endParaRPr lang="en-US"/>
        </a:p>
      </dgm:t>
    </dgm:pt>
    <dgm:pt modelId="{C5329E03-A6F1-4A92-A0E8-51D03D4920F8}">
      <dgm:prSet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2800">
              <a:solidFill>
                <a:srgbClr val="FFFFFF"/>
              </a:solidFill>
              <a:latin typeface="Calibri Light" panose="020F0302020204030204"/>
              <a:ea typeface="+mn-ea"/>
              <a:cs typeface="+mn-cs"/>
            </a:rPr>
            <a:t> </a:t>
          </a:r>
          <a:r>
            <a:rPr lang="en-US" sz="2800">
              <a:solidFill>
                <a:srgbClr val="FFFFFF"/>
              </a:solidFill>
              <a:ea typeface="+mn-ea"/>
              <a:cs typeface="+mn-cs"/>
            </a:rPr>
            <a:t>Next steps: add more operations, error handling, styling</a:t>
          </a:r>
        </a:p>
      </dgm:t>
    </dgm:pt>
    <dgm:pt modelId="{5EACFA8A-C15A-4A78-8743-B3410297A269}" type="parTrans" cxnId="{1B5BF702-43B6-4C59-A511-C8EE4EF1916B}">
      <dgm:prSet/>
      <dgm:spPr/>
    </dgm:pt>
    <dgm:pt modelId="{5BBAD4CF-5EFF-49FB-8597-9CCE530E2D23}" type="sibTrans" cxnId="{1B5BF702-43B6-4C59-A511-C8EE4EF1916B}">
      <dgm:prSet/>
      <dgm:spPr/>
    </dgm:pt>
    <dgm:pt modelId="{5CC92A6D-6E78-4EDF-8B72-3CB089BFE396}" type="pres">
      <dgm:prSet presAssocID="{CBC2E88B-3EBB-4D1D-882F-79889D022226}" presName="linear" presStyleCnt="0">
        <dgm:presLayoutVars>
          <dgm:animLvl val="lvl"/>
          <dgm:resizeHandles val="exact"/>
        </dgm:presLayoutVars>
      </dgm:prSet>
      <dgm:spPr/>
    </dgm:pt>
    <dgm:pt modelId="{B4235029-CF3A-4979-90CB-B4CECA483E08}" type="pres">
      <dgm:prSet presAssocID="{35BCB8DE-066C-4D90-8ABF-AD82D22D0A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D07781-1CF1-429D-932C-B089B7F84971}" type="pres">
      <dgm:prSet presAssocID="{4C9912A7-9D99-47B3-A7DA-F56D82683716}" presName="spacer" presStyleCnt="0"/>
      <dgm:spPr/>
    </dgm:pt>
    <dgm:pt modelId="{8BF4C4F1-1A2D-4028-AAE0-403F0FDED5D7}" type="pres">
      <dgm:prSet presAssocID="{EB26374B-E225-430C-904A-F8AE10B42C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D2BD04-A1C0-4647-BFF6-7176982EC039}" type="pres">
      <dgm:prSet presAssocID="{E6057054-2BF4-4880-BC2C-190642116936}" presName="spacer" presStyleCnt="0"/>
      <dgm:spPr/>
    </dgm:pt>
    <dgm:pt modelId="{FEF71EDD-9CAB-4A83-A05D-642E7FC74C8F}" type="pres">
      <dgm:prSet presAssocID="{C5329E03-A6F1-4A92-A0E8-51D03D4920F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B5BF702-43B6-4C59-A511-C8EE4EF1916B}" srcId="{CBC2E88B-3EBB-4D1D-882F-79889D022226}" destId="{C5329E03-A6F1-4A92-A0E8-51D03D4920F8}" srcOrd="2" destOrd="0" parTransId="{5EACFA8A-C15A-4A78-8743-B3410297A269}" sibTransId="{5BBAD4CF-5EFF-49FB-8597-9CCE530E2D23}"/>
    <dgm:cxn modelId="{2E3DD826-18AB-493B-81E6-996C9E716CAB}" type="presOf" srcId="{CBC2E88B-3EBB-4D1D-882F-79889D022226}" destId="{5CC92A6D-6E78-4EDF-8B72-3CB089BFE396}" srcOrd="0" destOrd="0" presId="urn:microsoft.com/office/officeart/2005/8/layout/vList2"/>
    <dgm:cxn modelId="{EC093937-C75E-4379-874E-35D8921CE2EE}" srcId="{CBC2E88B-3EBB-4D1D-882F-79889D022226}" destId="{EB26374B-E225-430C-904A-F8AE10B42C58}" srcOrd="1" destOrd="0" parTransId="{3E5DE056-1E75-4C6C-97E8-E0B92EC34A2B}" sibTransId="{E6057054-2BF4-4880-BC2C-190642116936}"/>
    <dgm:cxn modelId="{5DCF965B-8F5C-4DFA-86B8-083AA9FA00E8}" type="presOf" srcId="{35BCB8DE-066C-4D90-8ABF-AD82D22D0A5D}" destId="{B4235029-CF3A-4979-90CB-B4CECA483E08}" srcOrd="0" destOrd="0" presId="urn:microsoft.com/office/officeart/2005/8/layout/vList2"/>
    <dgm:cxn modelId="{AC307EC3-7EB4-419A-B323-5589944838BD}" type="presOf" srcId="{EB26374B-E225-430C-904A-F8AE10B42C58}" destId="{8BF4C4F1-1A2D-4028-AAE0-403F0FDED5D7}" srcOrd="0" destOrd="0" presId="urn:microsoft.com/office/officeart/2005/8/layout/vList2"/>
    <dgm:cxn modelId="{F31823C7-89FB-40FB-A21A-11A50CF029A7}" type="presOf" srcId="{C5329E03-A6F1-4A92-A0E8-51D03D4920F8}" destId="{FEF71EDD-9CAB-4A83-A05D-642E7FC74C8F}" srcOrd="0" destOrd="0" presId="urn:microsoft.com/office/officeart/2005/8/layout/vList2"/>
    <dgm:cxn modelId="{AD5F88E2-8511-472D-A485-13AC4BC34250}" srcId="{CBC2E88B-3EBB-4D1D-882F-79889D022226}" destId="{35BCB8DE-066C-4D90-8ABF-AD82D22D0A5D}" srcOrd="0" destOrd="0" parTransId="{9339FC3F-7AE1-4B93-B514-307F9EDC447D}" sibTransId="{4C9912A7-9D99-47B3-A7DA-F56D82683716}"/>
    <dgm:cxn modelId="{ADDB181B-31FC-48A6-9A83-0E643C361EB9}" type="presParOf" srcId="{5CC92A6D-6E78-4EDF-8B72-3CB089BFE396}" destId="{B4235029-CF3A-4979-90CB-B4CECA483E08}" srcOrd="0" destOrd="0" presId="urn:microsoft.com/office/officeart/2005/8/layout/vList2"/>
    <dgm:cxn modelId="{11CC32C6-E88B-4E7D-8E5D-96432618BE65}" type="presParOf" srcId="{5CC92A6D-6E78-4EDF-8B72-3CB089BFE396}" destId="{A7D07781-1CF1-429D-932C-B089B7F84971}" srcOrd="1" destOrd="0" presId="urn:microsoft.com/office/officeart/2005/8/layout/vList2"/>
    <dgm:cxn modelId="{0D2AAA84-D726-4223-ABD6-591C6401FAEE}" type="presParOf" srcId="{5CC92A6D-6E78-4EDF-8B72-3CB089BFE396}" destId="{8BF4C4F1-1A2D-4028-AAE0-403F0FDED5D7}" srcOrd="2" destOrd="0" presId="urn:microsoft.com/office/officeart/2005/8/layout/vList2"/>
    <dgm:cxn modelId="{1B9E2352-512B-4782-925F-0F880B063764}" type="presParOf" srcId="{5CC92A6D-6E78-4EDF-8B72-3CB089BFE396}" destId="{9AD2BD04-A1C0-4647-BFF6-7176982EC039}" srcOrd="3" destOrd="0" presId="urn:microsoft.com/office/officeart/2005/8/layout/vList2"/>
    <dgm:cxn modelId="{40CBB80A-47C8-4FBD-9360-701D91A251E1}" type="presParOf" srcId="{5CC92A6D-6E78-4EDF-8B72-3CB089BFE396}" destId="{FEF71EDD-9CAB-4A83-A05D-642E7FC74C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2C366-4D6B-4B98-B18C-A05ABD18E29C}">
      <dsp:nvSpPr>
        <dsp:cNvPr id="0" name=""/>
        <dsp:cNvSpPr/>
      </dsp:nvSpPr>
      <dsp:spPr>
        <a:xfrm>
          <a:off x="0" y="0"/>
          <a:ext cx="66629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C5198E-9EE2-4560-A752-D0F1E2F26EFD}">
      <dsp:nvSpPr>
        <dsp:cNvPr id="0" name=""/>
        <dsp:cNvSpPr/>
      </dsp:nvSpPr>
      <dsp:spPr>
        <a:xfrm>
          <a:off x="0" y="0"/>
          <a:ext cx="6662938" cy="142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bg1"/>
              </a:solidFill>
              <a:ea typeface="+mn-ea"/>
              <a:cs typeface="+mn-cs"/>
            </a:rPr>
            <a:t>  </a:t>
          </a:r>
          <a:r>
            <a:rPr lang="en-US" sz="3200" kern="1200">
              <a:solidFill>
                <a:schemeClr val="bg1"/>
              </a:solidFill>
              <a:ea typeface="+mn-ea"/>
              <a:cs typeface="+mn-cs"/>
            </a:rPr>
            <a:t>Console-based calculator limitations</a:t>
          </a:r>
        </a:p>
      </dsp:txBody>
      <dsp:txXfrm>
        <a:off x="0" y="0"/>
        <a:ext cx="6662938" cy="1428160"/>
      </dsp:txXfrm>
    </dsp:sp>
    <dsp:sp modelId="{ECAAD15F-8ED3-496A-9A42-4C7D13897E5C}">
      <dsp:nvSpPr>
        <dsp:cNvPr id="0" name=""/>
        <dsp:cNvSpPr/>
      </dsp:nvSpPr>
      <dsp:spPr>
        <a:xfrm>
          <a:off x="0" y="1428161"/>
          <a:ext cx="6662938" cy="0"/>
        </a:xfrm>
        <a:prstGeom prst="line">
          <a:avLst/>
        </a:prstGeom>
        <a:solidFill>
          <a:schemeClr val="accent2">
            <a:hueOff val="-508265"/>
            <a:satOff val="-221"/>
            <a:lumOff val="-4640"/>
            <a:alphaOff val="0"/>
          </a:schemeClr>
        </a:solidFill>
        <a:ln w="12700" cap="flat" cmpd="sng" algn="ctr">
          <a:solidFill>
            <a:schemeClr val="accent2">
              <a:hueOff val="-508265"/>
              <a:satOff val="-221"/>
              <a:lumOff val="-46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288BCE-AA03-4D23-84B2-B9FB9D7BAFAC}">
      <dsp:nvSpPr>
        <dsp:cNvPr id="0" name=""/>
        <dsp:cNvSpPr/>
      </dsp:nvSpPr>
      <dsp:spPr>
        <a:xfrm>
          <a:off x="0" y="1428160"/>
          <a:ext cx="6662938" cy="142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  <a:ea typeface="+mn-ea"/>
              <a:cs typeface="+mn-cs"/>
            </a:rPr>
            <a:t> Text-only interface </a:t>
          </a:r>
          <a:r>
            <a:rPr lang="en-US" sz="2800" kern="1200">
              <a:solidFill>
                <a:schemeClr val="bg1"/>
              </a:solidFill>
              <a:ea typeface="+mn-ea"/>
              <a:cs typeface="+mn-cs"/>
            </a:rPr>
            <a:t> </a:t>
          </a:r>
        </a:p>
      </dsp:txBody>
      <dsp:txXfrm>
        <a:off x="0" y="1428160"/>
        <a:ext cx="6662938" cy="1428160"/>
      </dsp:txXfrm>
    </dsp:sp>
    <dsp:sp modelId="{D5E6FFE0-F6CE-4694-BC90-8111AA783BEA}">
      <dsp:nvSpPr>
        <dsp:cNvPr id="0" name=""/>
        <dsp:cNvSpPr/>
      </dsp:nvSpPr>
      <dsp:spPr>
        <a:xfrm>
          <a:off x="0" y="2856322"/>
          <a:ext cx="6662938" cy="0"/>
        </a:xfrm>
        <a:prstGeom prst="line">
          <a:avLst/>
        </a:prstGeom>
        <a:solidFill>
          <a:schemeClr val="accent2">
            <a:hueOff val="-1016531"/>
            <a:satOff val="-441"/>
            <a:lumOff val="-9281"/>
            <a:alphaOff val="0"/>
          </a:schemeClr>
        </a:solidFill>
        <a:ln w="12700" cap="flat" cmpd="sng" algn="ctr">
          <a:solidFill>
            <a:schemeClr val="accent2">
              <a:hueOff val="-1016531"/>
              <a:satOff val="-441"/>
              <a:lumOff val="-92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3FB64A-3F71-4188-A650-649328E4C584}">
      <dsp:nvSpPr>
        <dsp:cNvPr id="0" name=""/>
        <dsp:cNvSpPr/>
      </dsp:nvSpPr>
      <dsp:spPr>
        <a:xfrm>
          <a:off x="0" y="2856321"/>
          <a:ext cx="6662938" cy="142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bg1"/>
              </a:solidFill>
              <a:ea typeface="+mn-ea"/>
              <a:cs typeface="+mn-cs"/>
            </a:rPr>
            <a:t> </a:t>
          </a:r>
          <a:r>
            <a:rPr lang="en-US" sz="3200" kern="1200">
              <a:solidFill>
                <a:schemeClr val="bg1"/>
              </a:solidFill>
              <a:ea typeface="+mn-ea"/>
              <a:cs typeface="+mn-cs"/>
            </a:rPr>
            <a:t>Less intuitive for beginner</a:t>
          </a:r>
        </a:p>
      </dsp:txBody>
      <dsp:txXfrm>
        <a:off x="0" y="2856321"/>
        <a:ext cx="6662938" cy="1428160"/>
      </dsp:txXfrm>
    </dsp:sp>
    <dsp:sp modelId="{0446A23B-461D-4806-895D-5509CD46F87E}">
      <dsp:nvSpPr>
        <dsp:cNvPr id="0" name=""/>
        <dsp:cNvSpPr/>
      </dsp:nvSpPr>
      <dsp:spPr>
        <a:xfrm>
          <a:off x="0" y="4284482"/>
          <a:ext cx="6662938" cy="0"/>
        </a:xfrm>
        <a:prstGeom prst="line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2700" cap="flat" cmpd="sng" algn="ctr">
          <a:solidFill>
            <a:schemeClr val="accent2">
              <a:hueOff val="-1524796"/>
              <a:satOff val="-662"/>
              <a:lumOff val="-139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CCC2BB-1117-462B-B06A-303B7CE8C915}">
      <dsp:nvSpPr>
        <dsp:cNvPr id="0" name=""/>
        <dsp:cNvSpPr/>
      </dsp:nvSpPr>
      <dsp:spPr>
        <a:xfrm>
          <a:off x="0" y="4284482"/>
          <a:ext cx="6662938" cy="142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bg1"/>
              </a:solidFill>
              <a:ea typeface="+mn-ea"/>
              <a:cs typeface="+mn-cs"/>
            </a:rPr>
            <a:t> Harder to reuse in real-world applications</a:t>
          </a:r>
        </a:p>
      </dsp:txBody>
      <dsp:txXfrm>
        <a:off x="0" y="4284482"/>
        <a:ext cx="6662938" cy="1428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67D08-A08E-4E36-B749-051C335219E1}">
      <dsp:nvSpPr>
        <dsp:cNvPr id="0" name=""/>
        <dsp:cNvSpPr/>
      </dsp:nvSpPr>
      <dsp:spPr>
        <a:xfrm>
          <a:off x="2150744" y="1176"/>
          <a:ext cx="8602980" cy="12063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22" tIns="306414" rIns="166922" bIns="30641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 </a:t>
          </a:r>
          <a:r>
            <a:rPr lang="en-US" sz="3200" kern="1200">
              <a:solidFill>
                <a:schemeClr val="tx1"/>
              </a:solidFill>
            </a:rPr>
            <a:t>Create a simple calculator with GUI</a:t>
          </a:r>
        </a:p>
      </dsp:txBody>
      <dsp:txXfrm>
        <a:off x="2150744" y="1176"/>
        <a:ext cx="8602980" cy="1206356"/>
      </dsp:txXfrm>
    </dsp:sp>
    <dsp:sp modelId="{A7B9AAE9-8139-42FA-82A4-E53A013202F2}">
      <dsp:nvSpPr>
        <dsp:cNvPr id="0" name=""/>
        <dsp:cNvSpPr/>
      </dsp:nvSpPr>
      <dsp:spPr>
        <a:xfrm>
          <a:off x="0" y="1176"/>
          <a:ext cx="2150745" cy="120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161" rIns="113810" bIns="11916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Create</a:t>
          </a:r>
          <a:endParaRPr lang="en-US" sz="3200" kern="1200"/>
        </a:p>
      </dsp:txBody>
      <dsp:txXfrm>
        <a:off x="0" y="1176"/>
        <a:ext cx="2150745" cy="1206356"/>
      </dsp:txXfrm>
    </dsp:sp>
    <dsp:sp modelId="{85A05152-9F1F-4F10-BADF-3A7E6FCC32F8}">
      <dsp:nvSpPr>
        <dsp:cNvPr id="0" name=""/>
        <dsp:cNvSpPr/>
      </dsp:nvSpPr>
      <dsp:spPr>
        <a:xfrm>
          <a:off x="2150745" y="1279914"/>
          <a:ext cx="8602980" cy="12063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22" tIns="306414" rIns="166922" bIns="30641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1"/>
              </a:solidFill>
            </a:rPr>
            <a:t> Use </a:t>
          </a:r>
          <a:r>
            <a:rPr lang="en-US" sz="3200" kern="1200" err="1">
              <a:solidFill>
                <a:schemeClr val="tx1"/>
              </a:solidFill>
            </a:rPr>
            <a:t>Tkinter</a:t>
          </a:r>
          <a:r>
            <a:rPr lang="en-US" sz="3200" kern="1200">
              <a:solidFill>
                <a:schemeClr val="tx1"/>
              </a:solidFill>
            </a:rPr>
            <a:t> widgets (buttons, labels, entry fields)</a:t>
          </a:r>
        </a:p>
      </dsp:txBody>
      <dsp:txXfrm>
        <a:off x="2150745" y="1279914"/>
        <a:ext cx="8602980" cy="1206356"/>
      </dsp:txXfrm>
    </dsp:sp>
    <dsp:sp modelId="{3E5F69AA-2337-49CB-A6C2-CD1002C85275}">
      <dsp:nvSpPr>
        <dsp:cNvPr id="0" name=""/>
        <dsp:cNvSpPr/>
      </dsp:nvSpPr>
      <dsp:spPr>
        <a:xfrm>
          <a:off x="0" y="1279914"/>
          <a:ext cx="2150745" cy="120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161" rIns="113810" bIns="11916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</a:t>
          </a:r>
        </a:p>
      </dsp:txBody>
      <dsp:txXfrm>
        <a:off x="0" y="1279914"/>
        <a:ext cx="2150745" cy="1206356"/>
      </dsp:txXfrm>
    </dsp:sp>
    <dsp:sp modelId="{AB814667-0218-4FB8-AEF2-AACA389969BD}">
      <dsp:nvSpPr>
        <dsp:cNvPr id="0" name=""/>
        <dsp:cNvSpPr/>
      </dsp:nvSpPr>
      <dsp:spPr>
        <a:xfrm>
          <a:off x="2150745" y="2558651"/>
          <a:ext cx="8602980" cy="12063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922" tIns="306414" rIns="166922" bIns="30641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1"/>
              </a:solidFill>
            </a:rPr>
            <a:t> Improve usability and presentation</a:t>
          </a:r>
        </a:p>
      </dsp:txBody>
      <dsp:txXfrm>
        <a:off x="2150745" y="2558651"/>
        <a:ext cx="8602980" cy="1206356"/>
      </dsp:txXfrm>
    </dsp:sp>
    <dsp:sp modelId="{1059B269-00F0-4B5B-BF15-F0C371F5B86E}">
      <dsp:nvSpPr>
        <dsp:cNvPr id="0" name=""/>
        <dsp:cNvSpPr/>
      </dsp:nvSpPr>
      <dsp:spPr>
        <a:xfrm>
          <a:off x="0" y="2558651"/>
          <a:ext cx="2150745" cy="120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161" rIns="113810" bIns="119161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Improve</a:t>
          </a:r>
        </a:p>
      </dsp:txBody>
      <dsp:txXfrm>
        <a:off x="0" y="2558651"/>
        <a:ext cx="2150745" cy="12063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32BCD5-B101-44A6-AB75-DE272D597722}">
      <dsp:nvSpPr>
        <dsp:cNvPr id="0" name=""/>
        <dsp:cNvSpPr/>
      </dsp:nvSpPr>
      <dsp:spPr>
        <a:xfrm>
          <a:off x="0" y="0"/>
          <a:ext cx="107537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8030F-BCF2-4E13-B33B-E3421665EC93}">
      <dsp:nvSpPr>
        <dsp:cNvPr id="0" name=""/>
        <dsp:cNvSpPr/>
      </dsp:nvSpPr>
      <dsp:spPr>
        <a:xfrm>
          <a:off x="0" y="0"/>
          <a:ext cx="10753725" cy="941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Easy to use</a:t>
          </a:r>
        </a:p>
      </dsp:txBody>
      <dsp:txXfrm>
        <a:off x="0" y="0"/>
        <a:ext cx="10753725" cy="941546"/>
      </dsp:txXfrm>
    </dsp:sp>
    <dsp:sp modelId="{4572FAC9-21D3-4C97-ACCB-30E182AE278F}">
      <dsp:nvSpPr>
        <dsp:cNvPr id="0" name=""/>
        <dsp:cNvSpPr/>
      </dsp:nvSpPr>
      <dsp:spPr>
        <a:xfrm>
          <a:off x="0" y="941546"/>
          <a:ext cx="107537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E2240-1D3C-4CD0-9E27-3CE2CB8E7410}">
      <dsp:nvSpPr>
        <dsp:cNvPr id="0" name=""/>
        <dsp:cNvSpPr/>
      </dsp:nvSpPr>
      <dsp:spPr>
        <a:xfrm>
          <a:off x="0" y="941546"/>
          <a:ext cx="10753725" cy="941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Clear presentation</a:t>
          </a:r>
        </a:p>
      </dsp:txBody>
      <dsp:txXfrm>
        <a:off x="0" y="941546"/>
        <a:ext cx="10753725" cy="941546"/>
      </dsp:txXfrm>
    </dsp:sp>
    <dsp:sp modelId="{9F250A11-BF39-43D7-A301-43F7A21C154C}">
      <dsp:nvSpPr>
        <dsp:cNvPr id="0" name=""/>
        <dsp:cNvSpPr/>
      </dsp:nvSpPr>
      <dsp:spPr>
        <a:xfrm>
          <a:off x="0" y="1883092"/>
          <a:ext cx="107537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D66AA-2169-4CBF-A94E-D6113910988B}">
      <dsp:nvSpPr>
        <dsp:cNvPr id="0" name=""/>
        <dsp:cNvSpPr/>
      </dsp:nvSpPr>
      <dsp:spPr>
        <a:xfrm>
          <a:off x="0" y="1883092"/>
          <a:ext cx="10753725" cy="941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Reusable for future projects</a:t>
          </a:r>
          <a:endParaRPr lang="en-US" sz="4300" kern="1200">
            <a:latin typeface="Calibri Light" panose="020F0302020204030204"/>
          </a:endParaRPr>
        </a:p>
      </dsp:txBody>
      <dsp:txXfrm>
        <a:off x="0" y="1883092"/>
        <a:ext cx="10753725" cy="941546"/>
      </dsp:txXfrm>
    </dsp:sp>
    <dsp:sp modelId="{7DEB137D-F4C7-4D87-AE8E-27B29859903D}">
      <dsp:nvSpPr>
        <dsp:cNvPr id="0" name=""/>
        <dsp:cNvSpPr/>
      </dsp:nvSpPr>
      <dsp:spPr>
        <a:xfrm>
          <a:off x="0" y="2824638"/>
          <a:ext cx="1075372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E174F-F546-4E4C-B425-01492F24C790}">
      <dsp:nvSpPr>
        <dsp:cNvPr id="0" name=""/>
        <dsp:cNvSpPr/>
      </dsp:nvSpPr>
      <dsp:spPr>
        <a:xfrm>
          <a:off x="0" y="2824638"/>
          <a:ext cx="10753725" cy="941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Foundation for advanced applications</a:t>
          </a:r>
        </a:p>
      </dsp:txBody>
      <dsp:txXfrm>
        <a:off x="0" y="2824638"/>
        <a:ext cx="10753725" cy="941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35029-CF3A-4979-90CB-B4CECA483E08}">
      <dsp:nvSpPr>
        <dsp:cNvPr id="0" name=""/>
        <dsp:cNvSpPr/>
      </dsp:nvSpPr>
      <dsp:spPr>
        <a:xfrm>
          <a:off x="0" y="733974"/>
          <a:ext cx="6254724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FFFF"/>
              </a:solidFill>
              <a:latin typeface="Calibri Light" panose="020F0302020204030204"/>
              <a:ea typeface="+mn-ea"/>
              <a:cs typeface="+mn-cs"/>
            </a:rPr>
            <a:t>Thinter makes</a:t>
          </a:r>
          <a:r>
            <a:rPr lang="en-US" sz="2800" kern="1200">
              <a:solidFill>
                <a:srgbClr val="FFFFFF"/>
              </a:solidFill>
              <a:ea typeface="+mn-ea"/>
              <a:cs typeface="+mn-cs"/>
            </a:rPr>
            <a:t> Python programs interactive</a:t>
          </a:r>
        </a:p>
      </dsp:txBody>
      <dsp:txXfrm>
        <a:off x="59399" y="793373"/>
        <a:ext cx="6135926" cy="1098002"/>
      </dsp:txXfrm>
    </dsp:sp>
    <dsp:sp modelId="{8BF4C4F1-1A2D-4028-AAE0-403F0FDED5D7}">
      <dsp:nvSpPr>
        <dsp:cNvPr id="0" name=""/>
        <dsp:cNvSpPr/>
      </dsp:nvSpPr>
      <dsp:spPr>
        <a:xfrm>
          <a:off x="0" y="2137975"/>
          <a:ext cx="6254724" cy="1216800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FFFF"/>
              </a:solidFill>
              <a:ea typeface="+mn-ea"/>
              <a:cs typeface="+mn-cs"/>
            </a:rPr>
            <a:t>GUI enhances usability and presentation</a:t>
          </a:r>
          <a:endParaRPr lang="en-US" sz="2800" kern="1200">
            <a:solidFill>
              <a:srgbClr val="FFFFFF"/>
            </a:solidFill>
            <a:latin typeface="Calibri Light" panose="020F0302020204030204"/>
            <a:ea typeface="+mn-ea"/>
            <a:cs typeface="+mn-cs"/>
          </a:endParaRPr>
        </a:p>
      </dsp:txBody>
      <dsp:txXfrm>
        <a:off x="59399" y="2197374"/>
        <a:ext cx="6135926" cy="1098002"/>
      </dsp:txXfrm>
    </dsp:sp>
    <dsp:sp modelId="{FEF71EDD-9CAB-4A83-A05D-642E7FC74C8F}">
      <dsp:nvSpPr>
        <dsp:cNvPr id="0" name=""/>
        <dsp:cNvSpPr/>
      </dsp:nvSpPr>
      <dsp:spPr>
        <a:xfrm>
          <a:off x="0" y="3541975"/>
          <a:ext cx="6254724" cy="12168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FFFF"/>
              </a:solidFill>
              <a:latin typeface="Calibri Light" panose="020F0302020204030204"/>
              <a:ea typeface="+mn-ea"/>
              <a:cs typeface="+mn-cs"/>
            </a:rPr>
            <a:t> </a:t>
          </a:r>
          <a:r>
            <a:rPr lang="en-US" sz="2800" kern="1200">
              <a:solidFill>
                <a:srgbClr val="FFFFFF"/>
              </a:solidFill>
              <a:ea typeface="+mn-ea"/>
              <a:cs typeface="+mn-cs"/>
            </a:rPr>
            <a:t>Next steps: add more operations, error handling, styling</a:t>
          </a:r>
        </a:p>
      </dsp:txBody>
      <dsp:txXfrm>
        <a:off x="59399" y="3601374"/>
        <a:ext cx="6135926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64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2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7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3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2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8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2/19/2026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9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8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0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299" y="639763"/>
            <a:ext cx="3947998" cy="54927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6000" i="1"/>
              <a:t>Building Basic Calculator</a:t>
            </a:r>
            <a:r>
              <a:rPr lang="en-US" sz="6000" b="0"/>
              <a:t> </a:t>
            </a:r>
            <a:endParaRPr 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8349" y="639764"/>
            <a:ext cx="6142032" cy="5492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28270"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 panose="020F0302020204030204"/>
              <a:cs typeface="Calibri Light" panose="020F0302020204030204"/>
            </a:endParaRPr>
          </a:p>
          <a:p>
            <a:pPr indent="-128270"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 panose="020F0302020204030204"/>
              <a:cs typeface="Calibri Light" panose="020F0302020204030204"/>
            </a:endParaRPr>
          </a:p>
          <a:p>
            <a:pPr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indent="-128270"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 panose="020F0302020204030204"/>
              <a:cs typeface="Calibri Light" panose="020F0302020204030204"/>
            </a:endParaRPr>
          </a:p>
          <a:p>
            <a:pPr indent="-128270">
              <a:buFont typeface="Arial" pitchFamily="34" charset="0"/>
              <a:buChar char=" "/>
            </a:pPr>
            <a:r>
              <a:rPr lang="en-US" i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Name: NAVNEET KUMAR</a:t>
            </a:r>
            <a:endParaRPr lang="en-US" i="1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/>
              <a:cs typeface="Calibri Light"/>
            </a:endParaRPr>
          </a:p>
          <a:p>
            <a:pPr indent="-128270">
              <a:buFont typeface="Arial" pitchFamily="34" charset="0"/>
              <a:buChar char=" "/>
            </a:pPr>
            <a:r>
              <a:rPr lang="en-US" i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20th Feb 2026</a:t>
            </a:r>
            <a:endParaRPr lang="en-US" i="1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/>
              <a:cs typeface="Calibri Light"/>
            </a:endParaRPr>
          </a:p>
          <a:p>
            <a:pPr indent="-128270">
              <a:buFont typeface="Arial" pitchFamily="34" charset="0"/>
              <a:buChar char=" "/>
            </a:pPr>
            <a:r>
              <a:rPr lang="en-US" i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Organization Name: NextHikes IT Solutions </a:t>
            </a:r>
            <a:endParaRPr lang="en-US" i="1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/>
              <a:cs typeface="Calibri Light"/>
            </a:endParaRPr>
          </a:p>
          <a:p>
            <a:pPr indent="-128270"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 panose="020F0302020204030204"/>
              <a:cs typeface="Calibri Light" panose="020F0302020204030204"/>
            </a:endParaRPr>
          </a:p>
          <a:p>
            <a:pPr indent="-128270">
              <a:buFont typeface="Arial" pitchFamily="34" charset="0"/>
              <a:buChar char=" "/>
            </a:pPr>
            <a:endParaRPr lang="en-US" i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C384A-9DF7-2CB2-5A30-0D6645EC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9" y="639763"/>
            <a:ext cx="3947998" cy="5492750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  <a:ea typeface="Microsoft Sans Serif"/>
                <a:cs typeface="Microsoft Sans Serif"/>
              </a:rPr>
              <a:t>Introduction</a:t>
            </a:r>
            <a:endParaRPr lang="en-US" sz="6000">
              <a:solidFill>
                <a:srgbClr val="FFFFFF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13708B-D2E3-41E3-BD49-F9100564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1323" y="2211346"/>
            <a:ext cx="0" cy="2349584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168EB-25B0-7F3B-EB3F-D8ED08FCF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349" y="639764"/>
            <a:ext cx="6142032" cy="5492749"/>
          </a:xfrm>
        </p:spPr>
        <p:txBody>
          <a:bodyPr vert="horz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192405" indent="-192405">
              <a:buFont typeface="Arial" panose="05020102010507070707" pitchFamily="18" charset="2"/>
              <a:buChar char="•"/>
            </a:pPr>
            <a:r>
              <a:rPr lang="en-US" sz="3200" err="1">
                <a:ea typeface="+mn-lt"/>
                <a:cs typeface="+mn-lt"/>
              </a:rPr>
              <a:t>Tkinter</a:t>
            </a:r>
            <a:r>
              <a:rPr lang="en-US" sz="3200">
                <a:ea typeface="+mn-lt"/>
                <a:cs typeface="+mn-lt"/>
              </a:rPr>
              <a:t> library is the  Basic GUI toolkit</a:t>
            </a:r>
            <a:endParaRPr lang="en-US" sz="3200">
              <a:ea typeface="Microsoft Sans Serif"/>
              <a:cs typeface="Microsoft Sans Serif"/>
            </a:endParaRPr>
          </a:p>
          <a:p>
            <a:pPr marL="0" indent="0">
              <a:buNone/>
            </a:pPr>
            <a:r>
              <a:rPr lang="en-US" sz="3200">
                <a:ea typeface="+mn-lt"/>
                <a:cs typeface="+mn-lt"/>
              </a:rPr>
              <a:t>   for Python. </a:t>
            </a:r>
            <a:endParaRPr lang="en-US" sz="3200">
              <a:ea typeface="Microsoft Sans Serif"/>
              <a:cs typeface="Microsoft Sans Serif"/>
            </a:endParaRPr>
          </a:p>
          <a:p>
            <a:pPr marL="0" indent="0">
              <a:buNone/>
            </a:pPr>
            <a:endParaRPr lang="en-US" sz="3200">
              <a:ea typeface="Microsoft Sans Serif"/>
              <a:cs typeface="Microsoft Sans Serif"/>
            </a:endParaRPr>
          </a:p>
          <a:p>
            <a:pPr marL="192405" indent="-192405">
              <a:buFont typeface="Arial" panose="05020102010507070707" pitchFamily="18" charset="2"/>
              <a:buChar char="•"/>
            </a:pPr>
            <a:r>
              <a:rPr lang="en-US" sz="3200">
                <a:ea typeface="Microsoft Sans Serif"/>
                <a:cs typeface="Microsoft Sans Serif"/>
              </a:rPr>
              <a:t>GUI makes programs more interactive  and user friendly.</a:t>
            </a:r>
            <a:endParaRPr lang="en-US" sz="3200">
              <a:ea typeface="Calibri Light" panose="020F0302020204030204"/>
              <a:cs typeface="Calibri Light" panose="020F0302020204030204"/>
            </a:endParaRPr>
          </a:p>
          <a:p>
            <a:pPr marL="0" indent="0">
              <a:buNone/>
            </a:pPr>
            <a:endParaRPr lang="en-US" sz="3200">
              <a:ea typeface="Microsoft Sans Serif"/>
              <a:cs typeface="Microsoft Sans Serif"/>
            </a:endParaRPr>
          </a:p>
          <a:p>
            <a:pPr marL="192405" indent="-192405">
              <a:buFont typeface="Arial" panose="05020102010507070707" pitchFamily="18" charset="2"/>
              <a:buChar char="•"/>
            </a:pPr>
            <a:r>
              <a:rPr lang="en-US" sz="3200">
                <a:ea typeface="Microsoft Sans Serif"/>
                <a:cs typeface="Microsoft Sans Serif"/>
              </a:rPr>
              <a:t>Moving from console -&gt; GUI improves  usability and presentation.</a:t>
            </a:r>
            <a:endParaRPr lang="en-US" sz="3200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479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26F30-6891-56A4-31B2-AEAC4C17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  <a:ea typeface="+mj-lt"/>
                <a:cs typeface="+mj-lt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9F03D5-22E6-45E1-7066-870B9D35EC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472278"/>
              </p:ext>
            </p:extLst>
          </p:nvPr>
        </p:nvGraphicFramePr>
        <p:xfrm>
          <a:off x="4436867" y="690765"/>
          <a:ext cx="6662938" cy="5712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850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6EBF-DB20-1C7D-1FF1-C2A69737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               </a:t>
            </a:r>
            <a:r>
              <a:rPr lang="en-US" sz="6000">
                <a:solidFill>
                  <a:schemeClr val="tx1"/>
                </a:solidFill>
                <a:ea typeface="+mj-lt"/>
                <a:cs typeface="+mj-lt"/>
              </a:rPr>
              <a:t>Objectives</a:t>
            </a:r>
            <a:endParaRPr lang="en-US" sz="6000">
              <a:solidFill>
                <a:schemeClr val="tx1"/>
              </a:solidFill>
              <a:ea typeface="Calibri Light"/>
              <a:cs typeface="Calibri Light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36CF53-AA46-FCD8-4788-196CF14E3E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241357"/>
              </p:ext>
            </p:extLst>
          </p:nvPr>
        </p:nvGraphicFramePr>
        <p:xfrm>
          <a:off x="434751" y="1322251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004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C8BAB-52E1-DF11-3187-B41CB507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anchor="b">
            <a:normAutofit/>
          </a:bodyPr>
          <a:lstStyle/>
          <a:p>
            <a:r>
              <a:rPr lang="en-US" sz="6000">
                <a:solidFill>
                  <a:srgbClr val="FFFFFF"/>
                </a:solidFill>
                <a:ea typeface="+mj-lt"/>
                <a:cs typeface="+mj-lt"/>
              </a:rPr>
              <a:t>Program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26084-BAE1-A329-D4E4-9F017A96E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2" r="16460"/>
          <a:stretch>
            <a:fillRect/>
          </a:stretch>
        </p:blipFill>
        <p:spPr>
          <a:xfrm>
            <a:off x="5047" y="640080"/>
            <a:ext cx="6278529" cy="55881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EA40-7D6D-D4DA-C494-17942FA9B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3212" y="2408400"/>
            <a:ext cx="3811000" cy="3369465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       </a:t>
            </a:r>
            <a:endParaRPr lang="en-US" sz="1800">
              <a:ea typeface="Calibri Light"/>
              <a:cs typeface="Calibri Ligh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Import </a:t>
            </a:r>
            <a:r>
              <a:rPr lang="en-US" sz="2800" err="1">
                <a:solidFill>
                  <a:schemeClr val="bg1"/>
                </a:solidFill>
                <a:latin typeface="Calibri"/>
                <a:ea typeface="+mn-lt"/>
                <a:cs typeface="+mn-lt"/>
              </a:rPr>
              <a:t>Tkinter</a:t>
            </a:r>
            <a:endParaRPr lang="en-US" sz="2800">
              <a:solidFill>
                <a:schemeClr val="bg1"/>
              </a:solidFill>
              <a:latin typeface="Calibri"/>
              <a:ea typeface="Calibri Light"/>
              <a:cs typeface="Calibri Light"/>
            </a:endParaRPr>
          </a:p>
          <a:p>
            <a:pPr marL="285750" indent="-285750">
              <a:buChar char="•"/>
            </a:pPr>
            <a:r>
              <a:rPr lang="en-US" sz="2800">
                <a:solidFill>
                  <a:schemeClr val="bg1"/>
                </a:solidFill>
                <a:latin typeface="Calibri"/>
                <a:ea typeface="+mn-lt"/>
                <a:cs typeface="+mn-lt"/>
              </a:rPr>
              <a:t>Create main  window(Tk  ())</a:t>
            </a:r>
            <a:endParaRPr lang="en-US" sz="2800">
              <a:solidFill>
                <a:schemeClr val="bg1"/>
              </a:solidFill>
              <a:latin typeface="Calibri"/>
              <a:ea typeface="Calibri Light" panose="020F0302020204030204"/>
              <a:cs typeface="Calibri Light" panose="020F0302020204030204"/>
            </a:endParaRPr>
          </a:p>
          <a:p>
            <a:pPr marL="285750" indent="-285750"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Add widgets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    (buttons,  entry  fields)</a:t>
            </a:r>
            <a:endParaRPr lang="en-US" sz="2800">
              <a:solidFill>
                <a:schemeClr val="bg1"/>
              </a:solidFill>
              <a:ea typeface="Calibri Light"/>
              <a:cs typeface="Calibri Light"/>
            </a:endParaRPr>
          </a:p>
          <a:p>
            <a:pPr marL="285750" indent="-285750"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Define functions for 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    operations (+, -, ×, ÷)</a:t>
            </a:r>
            <a:endParaRPr lang="en-US" sz="2800">
              <a:solidFill>
                <a:schemeClr val="bg1"/>
              </a:solidFill>
              <a:ea typeface="Calibri Light"/>
              <a:cs typeface="Calibri Light"/>
            </a:endParaRPr>
          </a:p>
          <a:p>
            <a:pPr marL="285750" indent="-285750"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Run event loop  (</a:t>
            </a:r>
            <a:r>
              <a:rPr lang="en-US" sz="2800" err="1">
                <a:solidFill>
                  <a:schemeClr val="bg1"/>
                </a:solidFill>
                <a:ea typeface="+mn-lt"/>
                <a:cs typeface="+mn-lt"/>
              </a:rPr>
              <a:t>mainloop</a:t>
            </a: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())</a:t>
            </a:r>
            <a:endParaRPr lang="en-US" sz="280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3416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E3413-B364-22CB-0D95-B5FAEC01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Advantages of GUI Calculator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502D00-2EC0-3FD0-3F22-457AADEC4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1484961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5297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12811-A12B-6C31-7221-12B4D46F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  <a:endParaRPr lang="en-US" sz="6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8DA74E-BC04-D108-8A50-BD6A0FB01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69426"/>
              </p:ext>
            </p:extLst>
          </p:nvPr>
        </p:nvGraphicFramePr>
        <p:xfrm>
          <a:off x="5701635" y="446034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004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2D5EE7-92FF-276D-B9E1-DE412F44E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43262"/>
              </p:ext>
            </p:extLst>
          </p:nvPr>
        </p:nvGraphicFramePr>
        <p:xfrm>
          <a:off x="0" y="-125105"/>
          <a:ext cx="12248865" cy="706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8865">
                  <a:extLst>
                    <a:ext uri="{9D8B030D-6E8A-4147-A177-3AD203B41FA5}">
                      <a16:colId xmlns:a16="http://schemas.microsoft.com/office/drawing/2014/main" val="3737185129"/>
                    </a:ext>
                  </a:extLst>
                </a:gridCol>
              </a:tblGrid>
              <a:tr h="7062716">
                <a:tc>
                  <a:txBody>
                    <a:bodyPr/>
                    <a:lstStyle/>
                    <a:p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                                                              </a:t>
                      </a:r>
                      <a:r>
                        <a:rPr lang="en-US" sz="9600"/>
                        <a:t>THANK YOU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824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45576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Metropolitan</vt:lpstr>
      <vt:lpstr>Building Basic Calculator </vt:lpstr>
      <vt:lpstr>Introduction</vt:lpstr>
      <vt:lpstr>Problem Statement</vt:lpstr>
      <vt:lpstr>               Objectives </vt:lpstr>
      <vt:lpstr>Program Structure</vt:lpstr>
      <vt:lpstr>Advantages of GUI Calculator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2026-02-03T20:04:14Z</dcterms:created>
  <dcterms:modified xsi:type="dcterms:W3CDTF">2026-02-20T05:13:54Z</dcterms:modified>
</cp:coreProperties>
</file>